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8"/>
  </p:notesMasterIdLst>
  <p:handoutMasterIdLst>
    <p:handoutMasterId r:id="rId29"/>
  </p:handoutMasterIdLst>
  <p:sldIdLst>
    <p:sldId id="312" r:id="rId5"/>
    <p:sldId id="304" r:id="rId6"/>
    <p:sldId id="282" r:id="rId7"/>
    <p:sldId id="314" r:id="rId8"/>
    <p:sldId id="315" r:id="rId9"/>
    <p:sldId id="319" r:id="rId10"/>
    <p:sldId id="321" r:id="rId11"/>
    <p:sldId id="335" r:id="rId12"/>
    <p:sldId id="324" r:id="rId13"/>
    <p:sldId id="323" r:id="rId14"/>
    <p:sldId id="325" r:id="rId15"/>
    <p:sldId id="336" r:id="rId16"/>
    <p:sldId id="326" r:id="rId17"/>
    <p:sldId id="322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297" r:id="rId27"/>
  </p:sldIdLst>
  <p:sldSz cx="12192000" cy="6858000"/>
  <p:notesSz cx="13716000" cy="2438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8CF7E2E-4C35-489A-B4E5-13F9ADE20C6F}">
          <p14:sldIdLst>
            <p14:sldId id="312"/>
            <p14:sldId id="304"/>
            <p14:sldId id="282"/>
            <p14:sldId id="314"/>
            <p14:sldId id="315"/>
            <p14:sldId id="319"/>
            <p14:sldId id="321"/>
            <p14:sldId id="335"/>
            <p14:sldId id="324"/>
            <p14:sldId id="323"/>
            <p14:sldId id="325"/>
            <p14:sldId id="336"/>
            <p14:sldId id="326"/>
            <p14:sldId id="322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762" y="20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E5F981-69BE-4BE3-8318-5356DD36E5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21FC882-4057-440C-A156-810517A1EE27}">
      <dgm:prSet phldrT="[Texte]"/>
      <dgm:spPr/>
      <dgm:t>
        <a:bodyPr/>
        <a:lstStyle/>
        <a:p>
          <a:r>
            <a:rPr lang="fr-FR" dirty="0"/>
            <a:t>Notebook sur la préparation</a:t>
          </a:r>
        </a:p>
      </dgm:t>
    </dgm:pt>
    <dgm:pt modelId="{9FE3D1C9-7702-40E0-87AF-C4080FFEEC3E}" type="parTrans" cxnId="{A16C4CC6-37A1-415C-A517-7383AEA7ACBF}">
      <dgm:prSet/>
      <dgm:spPr/>
      <dgm:t>
        <a:bodyPr/>
        <a:lstStyle/>
        <a:p>
          <a:endParaRPr lang="fr-FR"/>
        </a:p>
      </dgm:t>
    </dgm:pt>
    <dgm:pt modelId="{0213EF35-B79E-456D-A30F-16B817C244E6}" type="sibTrans" cxnId="{A16C4CC6-37A1-415C-A517-7383AEA7ACBF}">
      <dgm:prSet/>
      <dgm:spPr/>
      <dgm:t>
        <a:bodyPr/>
        <a:lstStyle/>
        <a:p>
          <a:endParaRPr lang="fr-FR"/>
        </a:p>
      </dgm:t>
    </dgm:pt>
    <dgm:pt modelId="{74710866-DCD2-4A31-BC0C-B256634E5333}">
      <dgm:prSet phldrT="[Texte]"/>
      <dgm:spPr/>
      <dgm:t>
        <a:bodyPr/>
        <a:lstStyle/>
        <a:p>
          <a:r>
            <a:rPr lang="fr-FR" dirty="0"/>
            <a:t>Import</a:t>
          </a:r>
        </a:p>
      </dgm:t>
    </dgm:pt>
    <dgm:pt modelId="{3DA094A5-8E76-4499-94AE-781E100B253C}" type="parTrans" cxnId="{9B853143-F110-4B4D-9742-12B6A6681E8A}">
      <dgm:prSet/>
      <dgm:spPr/>
      <dgm:t>
        <a:bodyPr/>
        <a:lstStyle/>
        <a:p>
          <a:endParaRPr lang="fr-FR"/>
        </a:p>
      </dgm:t>
    </dgm:pt>
    <dgm:pt modelId="{99B8D8E4-A785-4717-ADE9-4EB14C8B2BB3}" type="sibTrans" cxnId="{9B853143-F110-4B4D-9742-12B6A6681E8A}">
      <dgm:prSet/>
      <dgm:spPr/>
      <dgm:t>
        <a:bodyPr/>
        <a:lstStyle/>
        <a:p>
          <a:endParaRPr lang="fr-FR"/>
        </a:p>
      </dgm:t>
    </dgm:pt>
    <dgm:pt modelId="{17F250DF-EE24-4A25-9547-BEC76F679F16}">
      <dgm:prSet phldrT="[Texte]"/>
      <dgm:spPr/>
      <dgm:t>
        <a:bodyPr/>
        <a:lstStyle/>
        <a:p>
          <a:r>
            <a:rPr lang="fr-FR" dirty="0"/>
            <a:t>Notebook sur l’analyse</a:t>
          </a:r>
        </a:p>
      </dgm:t>
    </dgm:pt>
    <dgm:pt modelId="{9EC3A236-B19B-4A05-9EAD-BA9E49B85886}" type="parTrans" cxnId="{38FDDACF-9AB4-4AF0-9902-2AABEE68E977}">
      <dgm:prSet/>
      <dgm:spPr/>
      <dgm:t>
        <a:bodyPr/>
        <a:lstStyle/>
        <a:p>
          <a:endParaRPr lang="fr-FR"/>
        </a:p>
      </dgm:t>
    </dgm:pt>
    <dgm:pt modelId="{AFB8B122-0EF2-4477-A151-F9BFA911D5A9}" type="sibTrans" cxnId="{38FDDACF-9AB4-4AF0-9902-2AABEE68E977}">
      <dgm:prSet/>
      <dgm:spPr/>
      <dgm:t>
        <a:bodyPr/>
        <a:lstStyle/>
        <a:p>
          <a:endParaRPr lang="fr-FR"/>
        </a:p>
      </dgm:t>
    </dgm:pt>
    <dgm:pt modelId="{7687A9DB-3704-4657-AAE0-EB16FAF52722}">
      <dgm:prSet phldrT="[Texte]"/>
      <dgm:spPr/>
      <dgm:t>
        <a:bodyPr/>
        <a:lstStyle/>
        <a:p>
          <a:r>
            <a:rPr lang="fr-FR" dirty="0"/>
            <a:t>Clustering (CAH/K-</a:t>
          </a:r>
          <a:r>
            <a:rPr lang="fr-FR" dirty="0" err="1"/>
            <a:t>means</a:t>
          </a:r>
          <a:r>
            <a:rPr lang="fr-FR" dirty="0"/>
            <a:t>)</a:t>
          </a:r>
        </a:p>
      </dgm:t>
    </dgm:pt>
    <dgm:pt modelId="{C1972905-731A-4137-84B5-CF8E39ACA210}" type="parTrans" cxnId="{90A07D09-C003-45F6-827C-682E3AE94C9D}">
      <dgm:prSet/>
      <dgm:spPr/>
      <dgm:t>
        <a:bodyPr/>
        <a:lstStyle/>
        <a:p>
          <a:endParaRPr lang="fr-FR"/>
        </a:p>
      </dgm:t>
    </dgm:pt>
    <dgm:pt modelId="{9C272877-021D-40E1-985F-9434C5D55E80}" type="sibTrans" cxnId="{90A07D09-C003-45F6-827C-682E3AE94C9D}">
      <dgm:prSet/>
      <dgm:spPr/>
      <dgm:t>
        <a:bodyPr/>
        <a:lstStyle/>
        <a:p>
          <a:endParaRPr lang="fr-FR"/>
        </a:p>
      </dgm:t>
    </dgm:pt>
    <dgm:pt modelId="{FAD98CFB-0C5B-43E7-90FE-667786D9D551}">
      <dgm:prSet phldrT="[Texte]"/>
      <dgm:spPr/>
      <dgm:t>
        <a:bodyPr/>
        <a:lstStyle/>
        <a:p>
          <a:r>
            <a:rPr lang="fr-FR" dirty="0"/>
            <a:t>Nettoyage</a:t>
          </a:r>
        </a:p>
      </dgm:t>
    </dgm:pt>
    <dgm:pt modelId="{9A2826CC-13E5-448F-B7FB-55DABA0A31B6}" type="parTrans" cxnId="{991D808E-D7A9-4B0D-8C5A-A3CE004D361B}">
      <dgm:prSet/>
      <dgm:spPr/>
      <dgm:t>
        <a:bodyPr/>
        <a:lstStyle/>
        <a:p>
          <a:endParaRPr lang="fr-FR"/>
        </a:p>
      </dgm:t>
    </dgm:pt>
    <dgm:pt modelId="{8E9B3C56-7892-43F5-9788-9F4F34506F77}" type="sibTrans" cxnId="{991D808E-D7A9-4B0D-8C5A-A3CE004D361B}">
      <dgm:prSet/>
      <dgm:spPr/>
      <dgm:t>
        <a:bodyPr/>
        <a:lstStyle/>
        <a:p>
          <a:endParaRPr lang="fr-FR"/>
        </a:p>
      </dgm:t>
    </dgm:pt>
    <dgm:pt modelId="{B88656D2-BCA9-4D69-A228-05B4A878525D}">
      <dgm:prSet phldrT="[Texte]"/>
      <dgm:spPr/>
      <dgm:t>
        <a:bodyPr/>
        <a:lstStyle/>
        <a:p>
          <a:r>
            <a:rPr lang="fr-FR" dirty="0"/>
            <a:t>Analyse</a:t>
          </a:r>
        </a:p>
      </dgm:t>
    </dgm:pt>
    <dgm:pt modelId="{7DBF74CE-A690-4CC2-A044-CC78A04763A5}" type="parTrans" cxnId="{AFA9C7D6-E0E2-4EDB-9EF1-ECF4E95CD099}">
      <dgm:prSet/>
      <dgm:spPr/>
      <dgm:t>
        <a:bodyPr/>
        <a:lstStyle/>
        <a:p>
          <a:endParaRPr lang="fr-FR"/>
        </a:p>
      </dgm:t>
    </dgm:pt>
    <dgm:pt modelId="{4923BB65-FA8B-405E-9505-1C8719E9E97D}" type="sibTrans" cxnId="{AFA9C7D6-E0E2-4EDB-9EF1-ECF4E95CD099}">
      <dgm:prSet/>
      <dgm:spPr/>
      <dgm:t>
        <a:bodyPr/>
        <a:lstStyle/>
        <a:p>
          <a:endParaRPr lang="fr-FR"/>
        </a:p>
      </dgm:t>
    </dgm:pt>
    <dgm:pt modelId="{8E61F3E1-6AFE-48CB-B471-1ACAEF310D41}">
      <dgm:prSet phldrT="[Texte]"/>
      <dgm:spPr/>
      <dgm:t>
        <a:bodyPr/>
        <a:lstStyle/>
        <a:p>
          <a:r>
            <a:rPr lang="fr-FR" dirty="0"/>
            <a:t>ACP</a:t>
          </a:r>
        </a:p>
      </dgm:t>
    </dgm:pt>
    <dgm:pt modelId="{3448C3D1-CA8B-4CD4-9C4D-03BAEE85A2F4}" type="parTrans" cxnId="{C48050C9-931D-4D7E-96FE-F169551C57ED}">
      <dgm:prSet/>
      <dgm:spPr/>
      <dgm:t>
        <a:bodyPr/>
        <a:lstStyle/>
        <a:p>
          <a:endParaRPr lang="fr-FR"/>
        </a:p>
      </dgm:t>
    </dgm:pt>
    <dgm:pt modelId="{EDC682F5-CB28-473D-BFF0-DFA57B450E3B}" type="sibTrans" cxnId="{C48050C9-931D-4D7E-96FE-F169551C57ED}">
      <dgm:prSet/>
      <dgm:spPr/>
      <dgm:t>
        <a:bodyPr/>
        <a:lstStyle/>
        <a:p>
          <a:endParaRPr lang="fr-FR"/>
        </a:p>
      </dgm:t>
    </dgm:pt>
    <dgm:pt modelId="{3E4C3C85-2D82-4360-8028-25B93102606D}">
      <dgm:prSet phldrT="[Texte]"/>
      <dgm:spPr/>
      <dgm:t>
        <a:bodyPr/>
        <a:lstStyle/>
        <a:p>
          <a:r>
            <a:rPr lang="fr-FR" dirty="0"/>
            <a:t>Pestel</a:t>
          </a:r>
        </a:p>
      </dgm:t>
    </dgm:pt>
    <dgm:pt modelId="{CF9B9F02-2DF1-4147-BDFD-A858367EA51A}" type="parTrans" cxnId="{E804F820-AD51-47D6-9D9D-A4DB656B874C}">
      <dgm:prSet/>
      <dgm:spPr/>
      <dgm:t>
        <a:bodyPr/>
        <a:lstStyle/>
        <a:p>
          <a:endParaRPr lang="fr-FR"/>
        </a:p>
      </dgm:t>
    </dgm:pt>
    <dgm:pt modelId="{75E7036E-E4DA-4391-9021-9819DBC205D1}" type="sibTrans" cxnId="{E804F820-AD51-47D6-9D9D-A4DB656B874C}">
      <dgm:prSet/>
      <dgm:spPr/>
      <dgm:t>
        <a:bodyPr/>
        <a:lstStyle/>
        <a:p>
          <a:endParaRPr lang="fr-FR"/>
        </a:p>
      </dgm:t>
    </dgm:pt>
    <dgm:pt modelId="{2DC22E5A-B34C-40E2-A3E3-64B294DFDC05}" type="pres">
      <dgm:prSet presAssocID="{24E5F981-69BE-4BE3-8318-5356DD36E568}" presName="linear" presStyleCnt="0">
        <dgm:presLayoutVars>
          <dgm:animLvl val="lvl"/>
          <dgm:resizeHandles val="exact"/>
        </dgm:presLayoutVars>
      </dgm:prSet>
      <dgm:spPr/>
    </dgm:pt>
    <dgm:pt modelId="{4BC0A8E4-9033-4522-8FD6-8E6E932E5299}" type="pres">
      <dgm:prSet presAssocID="{721FC882-4057-440C-A156-810517A1EE27}" presName="parentText" presStyleLbl="node1" presStyleIdx="0" presStyleCnt="2" custLinFactNeighborX="1607" custLinFactNeighborY="-11849">
        <dgm:presLayoutVars>
          <dgm:chMax val="0"/>
          <dgm:bulletEnabled val="1"/>
        </dgm:presLayoutVars>
      </dgm:prSet>
      <dgm:spPr/>
    </dgm:pt>
    <dgm:pt modelId="{EAA33388-572C-4C2A-B8C4-9F61CD12A748}" type="pres">
      <dgm:prSet presAssocID="{721FC882-4057-440C-A156-810517A1EE27}" presName="childText" presStyleLbl="revTx" presStyleIdx="0" presStyleCnt="2">
        <dgm:presLayoutVars>
          <dgm:bulletEnabled val="1"/>
        </dgm:presLayoutVars>
      </dgm:prSet>
      <dgm:spPr/>
    </dgm:pt>
    <dgm:pt modelId="{A38C18C4-7C94-4191-AD2A-49BECCE3E807}" type="pres">
      <dgm:prSet presAssocID="{17F250DF-EE24-4A25-9547-BEC76F679F1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96EAB0D-D10C-44FA-9D74-F3EDDFBB737F}" type="pres">
      <dgm:prSet presAssocID="{17F250DF-EE24-4A25-9547-BEC76F679F1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0A07D09-C003-45F6-827C-682E3AE94C9D}" srcId="{17F250DF-EE24-4A25-9547-BEC76F679F16}" destId="{7687A9DB-3704-4657-AAE0-EB16FAF52722}" srcOrd="0" destOrd="0" parTransId="{C1972905-731A-4137-84B5-CF8E39ACA210}" sibTransId="{9C272877-021D-40E1-985F-9434C5D55E80}"/>
    <dgm:cxn modelId="{E804F820-AD51-47D6-9D9D-A4DB656B874C}" srcId="{17F250DF-EE24-4A25-9547-BEC76F679F16}" destId="{3E4C3C85-2D82-4360-8028-25B93102606D}" srcOrd="2" destOrd="0" parTransId="{CF9B9F02-2DF1-4147-BDFD-A858367EA51A}" sibTransId="{75E7036E-E4DA-4391-9021-9819DBC205D1}"/>
    <dgm:cxn modelId="{2035F539-CB88-4B2F-AF96-A4EBC3613DD1}" type="presOf" srcId="{17F250DF-EE24-4A25-9547-BEC76F679F16}" destId="{A38C18C4-7C94-4191-AD2A-49BECCE3E807}" srcOrd="0" destOrd="0" presId="urn:microsoft.com/office/officeart/2005/8/layout/vList2"/>
    <dgm:cxn modelId="{3BC89C5E-9674-441E-8459-12087ABD38D4}" type="presOf" srcId="{3E4C3C85-2D82-4360-8028-25B93102606D}" destId="{696EAB0D-D10C-44FA-9D74-F3EDDFBB737F}" srcOrd="0" destOrd="2" presId="urn:microsoft.com/office/officeart/2005/8/layout/vList2"/>
    <dgm:cxn modelId="{9B853143-F110-4B4D-9742-12B6A6681E8A}" srcId="{721FC882-4057-440C-A156-810517A1EE27}" destId="{74710866-DCD2-4A31-BC0C-B256634E5333}" srcOrd="0" destOrd="0" parTransId="{3DA094A5-8E76-4499-94AE-781E100B253C}" sibTransId="{99B8D8E4-A785-4717-ADE9-4EB14C8B2BB3}"/>
    <dgm:cxn modelId="{9811E066-C0FF-4592-AFBE-47AB9574D54F}" type="presOf" srcId="{B88656D2-BCA9-4D69-A228-05B4A878525D}" destId="{EAA33388-572C-4C2A-B8C4-9F61CD12A748}" srcOrd="0" destOrd="2" presId="urn:microsoft.com/office/officeart/2005/8/layout/vList2"/>
    <dgm:cxn modelId="{D6F2AE68-7763-40CE-A688-290C69E90E0B}" type="presOf" srcId="{721FC882-4057-440C-A156-810517A1EE27}" destId="{4BC0A8E4-9033-4522-8FD6-8E6E932E5299}" srcOrd="0" destOrd="0" presId="urn:microsoft.com/office/officeart/2005/8/layout/vList2"/>
    <dgm:cxn modelId="{69571D4C-28FB-45F5-A75B-223BCC312CB4}" type="presOf" srcId="{24E5F981-69BE-4BE3-8318-5356DD36E568}" destId="{2DC22E5A-B34C-40E2-A3E3-64B294DFDC05}" srcOrd="0" destOrd="0" presId="urn:microsoft.com/office/officeart/2005/8/layout/vList2"/>
    <dgm:cxn modelId="{29E33E4E-92DC-43A9-98CB-0D635C6B3EF3}" type="presOf" srcId="{8E61F3E1-6AFE-48CB-B471-1ACAEF310D41}" destId="{696EAB0D-D10C-44FA-9D74-F3EDDFBB737F}" srcOrd="0" destOrd="1" presId="urn:microsoft.com/office/officeart/2005/8/layout/vList2"/>
    <dgm:cxn modelId="{53BF2158-A3AF-47CE-A1E4-1D491FFB4AF4}" type="presOf" srcId="{7687A9DB-3704-4657-AAE0-EB16FAF52722}" destId="{696EAB0D-D10C-44FA-9D74-F3EDDFBB737F}" srcOrd="0" destOrd="0" presId="urn:microsoft.com/office/officeart/2005/8/layout/vList2"/>
    <dgm:cxn modelId="{991D808E-D7A9-4B0D-8C5A-A3CE004D361B}" srcId="{721FC882-4057-440C-A156-810517A1EE27}" destId="{FAD98CFB-0C5B-43E7-90FE-667786D9D551}" srcOrd="1" destOrd="0" parTransId="{9A2826CC-13E5-448F-B7FB-55DABA0A31B6}" sibTransId="{8E9B3C56-7892-43F5-9788-9F4F34506F77}"/>
    <dgm:cxn modelId="{8329B2A5-1AD6-44DD-9795-1FA617B39441}" type="presOf" srcId="{FAD98CFB-0C5B-43E7-90FE-667786D9D551}" destId="{EAA33388-572C-4C2A-B8C4-9F61CD12A748}" srcOrd="0" destOrd="1" presId="urn:microsoft.com/office/officeart/2005/8/layout/vList2"/>
    <dgm:cxn modelId="{A16C4CC6-37A1-415C-A517-7383AEA7ACBF}" srcId="{24E5F981-69BE-4BE3-8318-5356DD36E568}" destId="{721FC882-4057-440C-A156-810517A1EE27}" srcOrd="0" destOrd="0" parTransId="{9FE3D1C9-7702-40E0-87AF-C4080FFEEC3E}" sibTransId="{0213EF35-B79E-456D-A30F-16B817C244E6}"/>
    <dgm:cxn modelId="{C48050C9-931D-4D7E-96FE-F169551C57ED}" srcId="{17F250DF-EE24-4A25-9547-BEC76F679F16}" destId="{8E61F3E1-6AFE-48CB-B471-1ACAEF310D41}" srcOrd="1" destOrd="0" parTransId="{3448C3D1-CA8B-4CD4-9C4D-03BAEE85A2F4}" sibTransId="{EDC682F5-CB28-473D-BFF0-DFA57B450E3B}"/>
    <dgm:cxn modelId="{38FDDACF-9AB4-4AF0-9902-2AABEE68E977}" srcId="{24E5F981-69BE-4BE3-8318-5356DD36E568}" destId="{17F250DF-EE24-4A25-9547-BEC76F679F16}" srcOrd="1" destOrd="0" parTransId="{9EC3A236-B19B-4A05-9EAD-BA9E49B85886}" sibTransId="{AFB8B122-0EF2-4477-A151-F9BFA911D5A9}"/>
    <dgm:cxn modelId="{7B6AA9D2-8413-4618-BAEC-CCC3B225C516}" type="presOf" srcId="{74710866-DCD2-4A31-BC0C-B256634E5333}" destId="{EAA33388-572C-4C2A-B8C4-9F61CD12A748}" srcOrd="0" destOrd="0" presId="urn:microsoft.com/office/officeart/2005/8/layout/vList2"/>
    <dgm:cxn modelId="{AFA9C7D6-E0E2-4EDB-9EF1-ECF4E95CD099}" srcId="{721FC882-4057-440C-A156-810517A1EE27}" destId="{B88656D2-BCA9-4D69-A228-05B4A878525D}" srcOrd="2" destOrd="0" parTransId="{7DBF74CE-A690-4CC2-A044-CC78A04763A5}" sibTransId="{4923BB65-FA8B-405E-9505-1C8719E9E97D}"/>
    <dgm:cxn modelId="{91403260-C65D-44A0-A374-324A8DFBB178}" type="presParOf" srcId="{2DC22E5A-B34C-40E2-A3E3-64B294DFDC05}" destId="{4BC0A8E4-9033-4522-8FD6-8E6E932E5299}" srcOrd="0" destOrd="0" presId="urn:microsoft.com/office/officeart/2005/8/layout/vList2"/>
    <dgm:cxn modelId="{F886D7DA-BCAA-43B8-9272-4D82A8D64372}" type="presParOf" srcId="{2DC22E5A-B34C-40E2-A3E3-64B294DFDC05}" destId="{EAA33388-572C-4C2A-B8C4-9F61CD12A748}" srcOrd="1" destOrd="0" presId="urn:microsoft.com/office/officeart/2005/8/layout/vList2"/>
    <dgm:cxn modelId="{69613668-5787-4523-B8BE-71CF2C3B25FD}" type="presParOf" srcId="{2DC22E5A-B34C-40E2-A3E3-64B294DFDC05}" destId="{A38C18C4-7C94-4191-AD2A-49BECCE3E807}" srcOrd="2" destOrd="0" presId="urn:microsoft.com/office/officeart/2005/8/layout/vList2"/>
    <dgm:cxn modelId="{DD368999-4AC8-40EB-9CF2-6BE368B3A392}" type="presParOf" srcId="{2DC22E5A-B34C-40E2-A3E3-64B294DFDC05}" destId="{696EAB0D-D10C-44FA-9D74-F3EDDFBB737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EB42A5-948E-41D4-98CC-BDB66EB609C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957CCFC-79E3-44F1-92F8-DD0D59ABA421}">
      <dgm:prSet phldrT="[Texte]"/>
      <dgm:spPr/>
      <dgm:t>
        <a:bodyPr/>
        <a:lstStyle/>
        <a:p>
          <a:r>
            <a:rPr lang="fr-FR" dirty="0"/>
            <a:t>Initialisation</a:t>
          </a:r>
        </a:p>
      </dgm:t>
    </dgm:pt>
    <dgm:pt modelId="{1CF837E4-44DD-4E3D-8820-AA5C546CF4BF}" type="parTrans" cxnId="{17B552D1-6458-423F-B1AF-8F4477D77549}">
      <dgm:prSet/>
      <dgm:spPr/>
      <dgm:t>
        <a:bodyPr/>
        <a:lstStyle/>
        <a:p>
          <a:endParaRPr lang="fr-FR"/>
        </a:p>
      </dgm:t>
    </dgm:pt>
    <dgm:pt modelId="{E84C182F-56E3-4FFF-9AB9-44320E169FDC}" type="sibTrans" cxnId="{17B552D1-6458-423F-B1AF-8F4477D77549}">
      <dgm:prSet/>
      <dgm:spPr/>
      <dgm:t>
        <a:bodyPr/>
        <a:lstStyle/>
        <a:p>
          <a:endParaRPr lang="fr-FR"/>
        </a:p>
      </dgm:t>
    </dgm:pt>
    <dgm:pt modelId="{52632976-DA38-4677-9A5E-8A536F98DB99}">
      <dgm:prSet phldrT="[Texte]" custT="1"/>
      <dgm:spPr/>
      <dgm:t>
        <a:bodyPr/>
        <a:lstStyle/>
        <a:p>
          <a:r>
            <a:rPr lang="fr-FR" sz="1900" dirty="0"/>
            <a:t>3 Dataframes :</a:t>
          </a:r>
          <a:endParaRPr lang="fr-FR" sz="2000" dirty="0"/>
        </a:p>
      </dgm:t>
    </dgm:pt>
    <dgm:pt modelId="{4A105A2E-DE77-4851-916E-EE305888D191}" type="parTrans" cxnId="{3B73EF97-2CBD-41C2-8C30-105A5495034E}">
      <dgm:prSet/>
      <dgm:spPr/>
      <dgm:t>
        <a:bodyPr/>
        <a:lstStyle/>
        <a:p>
          <a:endParaRPr lang="fr-FR"/>
        </a:p>
      </dgm:t>
    </dgm:pt>
    <dgm:pt modelId="{BCA6F94E-985F-42FE-B2BF-CBCE4499205A}" type="sibTrans" cxnId="{3B73EF97-2CBD-41C2-8C30-105A5495034E}">
      <dgm:prSet/>
      <dgm:spPr/>
      <dgm:t>
        <a:bodyPr/>
        <a:lstStyle/>
        <a:p>
          <a:endParaRPr lang="fr-FR"/>
        </a:p>
      </dgm:t>
    </dgm:pt>
    <dgm:pt modelId="{69655D21-4F5B-4E31-A678-1A4B708A82E4}">
      <dgm:prSet phldrT="[Texte]"/>
      <dgm:spPr/>
      <dgm:t>
        <a:bodyPr/>
        <a:lstStyle/>
        <a:p>
          <a:r>
            <a:rPr lang="fr-FR" dirty="0"/>
            <a:t>Nettoyage</a:t>
          </a:r>
        </a:p>
      </dgm:t>
    </dgm:pt>
    <dgm:pt modelId="{D5119A52-9AF8-4F1E-99F9-557A1B31B8A3}" type="parTrans" cxnId="{2620FFD3-72D4-4165-A769-9A04D697C44F}">
      <dgm:prSet/>
      <dgm:spPr/>
      <dgm:t>
        <a:bodyPr/>
        <a:lstStyle/>
        <a:p>
          <a:endParaRPr lang="fr-FR"/>
        </a:p>
      </dgm:t>
    </dgm:pt>
    <dgm:pt modelId="{8101E183-3EF6-4B9B-8F45-C780FB75B85D}" type="sibTrans" cxnId="{2620FFD3-72D4-4165-A769-9A04D697C44F}">
      <dgm:prSet/>
      <dgm:spPr/>
      <dgm:t>
        <a:bodyPr/>
        <a:lstStyle/>
        <a:p>
          <a:endParaRPr lang="fr-FR"/>
        </a:p>
      </dgm:t>
    </dgm:pt>
    <dgm:pt modelId="{BF8EB8B3-44C9-47DD-AF64-6B4117ADCE54}">
      <dgm:prSet phldrT="[Texte]" custT="1"/>
      <dgm:spPr/>
      <dgm:t>
        <a:bodyPr/>
        <a:lstStyle/>
        <a:p>
          <a:r>
            <a:rPr lang="fr-FR" sz="2000" dirty="0"/>
            <a:t>Doublons</a:t>
          </a:r>
        </a:p>
      </dgm:t>
    </dgm:pt>
    <dgm:pt modelId="{A5D1496A-1A6F-4A6E-9517-C4600FC09B00}" type="parTrans" cxnId="{E9AE4EC2-FEE0-4E43-ACD3-4A8A509B1CDC}">
      <dgm:prSet/>
      <dgm:spPr/>
      <dgm:t>
        <a:bodyPr/>
        <a:lstStyle/>
        <a:p>
          <a:endParaRPr lang="fr-FR"/>
        </a:p>
      </dgm:t>
    </dgm:pt>
    <dgm:pt modelId="{44371C29-4297-41CA-A0D3-10A05530578A}" type="sibTrans" cxnId="{E9AE4EC2-FEE0-4E43-ACD3-4A8A509B1CDC}">
      <dgm:prSet/>
      <dgm:spPr/>
      <dgm:t>
        <a:bodyPr/>
        <a:lstStyle/>
        <a:p>
          <a:endParaRPr lang="fr-FR"/>
        </a:p>
      </dgm:t>
    </dgm:pt>
    <dgm:pt modelId="{7917A1C7-F191-4C2C-9556-81E2D1FEAB57}">
      <dgm:prSet phldrT="[Texte]"/>
      <dgm:spPr/>
      <dgm:t>
        <a:bodyPr/>
        <a:lstStyle/>
        <a:p>
          <a:r>
            <a:rPr lang="fr-FR" dirty="0"/>
            <a:t>Analyse</a:t>
          </a:r>
        </a:p>
      </dgm:t>
    </dgm:pt>
    <dgm:pt modelId="{93CC2705-7EB7-4F2D-9435-53838326A278}" type="parTrans" cxnId="{C3CFACC7-8FE0-4572-9A02-A539D5B2C8FB}">
      <dgm:prSet/>
      <dgm:spPr/>
      <dgm:t>
        <a:bodyPr/>
        <a:lstStyle/>
        <a:p>
          <a:endParaRPr lang="fr-FR"/>
        </a:p>
      </dgm:t>
    </dgm:pt>
    <dgm:pt modelId="{1DE77D27-A5B6-4461-AD14-EAAFA1AE6E09}" type="sibTrans" cxnId="{C3CFACC7-8FE0-4572-9A02-A539D5B2C8FB}">
      <dgm:prSet/>
      <dgm:spPr/>
      <dgm:t>
        <a:bodyPr/>
        <a:lstStyle/>
        <a:p>
          <a:endParaRPr lang="fr-FR"/>
        </a:p>
      </dgm:t>
    </dgm:pt>
    <dgm:pt modelId="{B1F1DE1C-96EE-4785-8CE8-D82C71661A97}">
      <dgm:prSet phldrT="[Texte]" custT="1"/>
      <dgm:spPr/>
      <dgm:t>
        <a:bodyPr/>
        <a:lstStyle/>
        <a:p>
          <a:r>
            <a:rPr lang="fr-FR" sz="2000" dirty="0"/>
            <a:t>Valeurs nulles</a:t>
          </a:r>
        </a:p>
      </dgm:t>
    </dgm:pt>
    <dgm:pt modelId="{CE8A8F5B-E40A-41E6-A62C-D38BA8A31BBC}" type="parTrans" cxnId="{4BAD1F65-F855-4194-BB58-070E973A24BD}">
      <dgm:prSet/>
      <dgm:spPr/>
      <dgm:t>
        <a:bodyPr/>
        <a:lstStyle/>
        <a:p>
          <a:endParaRPr lang="fr-FR"/>
        </a:p>
      </dgm:t>
    </dgm:pt>
    <dgm:pt modelId="{734CE647-1E22-4AB8-81FC-5BD12CF7A41D}" type="sibTrans" cxnId="{4BAD1F65-F855-4194-BB58-070E973A24BD}">
      <dgm:prSet/>
      <dgm:spPr/>
      <dgm:t>
        <a:bodyPr/>
        <a:lstStyle/>
        <a:p>
          <a:endParaRPr lang="fr-FR"/>
        </a:p>
      </dgm:t>
    </dgm:pt>
    <dgm:pt modelId="{E2DAB58A-89AF-47A7-A080-CBA2B271AA2A}">
      <dgm:prSet phldrT="[Texte]" custT="1"/>
      <dgm:spPr/>
      <dgm:t>
        <a:bodyPr/>
        <a:lstStyle/>
        <a:p>
          <a:r>
            <a:rPr lang="fr-FR" sz="1000" dirty="0"/>
            <a:t>Alimentaire</a:t>
          </a:r>
        </a:p>
      </dgm:t>
    </dgm:pt>
    <dgm:pt modelId="{99115934-7B42-498C-AE6B-4532DB16DFF5}" type="parTrans" cxnId="{AD783B3F-4686-4518-A44E-12C2B656CA29}">
      <dgm:prSet/>
      <dgm:spPr/>
      <dgm:t>
        <a:bodyPr/>
        <a:lstStyle/>
        <a:p>
          <a:endParaRPr lang="fr-FR"/>
        </a:p>
      </dgm:t>
    </dgm:pt>
    <dgm:pt modelId="{4788593D-602E-484C-B498-EF3CC1586E34}" type="sibTrans" cxnId="{AD783B3F-4686-4518-A44E-12C2B656CA29}">
      <dgm:prSet/>
      <dgm:spPr/>
      <dgm:t>
        <a:bodyPr/>
        <a:lstStyle/>
        <a:p>
          <a:endParaRPr lang="fr-FR"/>
        </a:p>
      </dgm:t>
    </dgm:pt>
    <dgm:pt modelId="{6D133F04-5855-496B-800C-F0A87DD75437}">
      <dgm:prSet phldrT="[Texte]" custT="1"/>
      <dgm:spPr/>
      <dgm:t>
        <a:bodyPr/>
        <a:lstStyle/>
        <a:p>
          <a:r>
            <a:rPr lang="fr-FR" sz="1000" dirty="0"/>
            <a:t>Population</a:t>
          </a:r>
        </a:p>
      </dgm:t>
    </dgm:pt>
    <dgm:pt modelId="{83039ED1-2AC0-41E6-9EDB-5F56D47257A7}" type="parTrans" cxnId="{F4C477B2-94E6-441D-A124-6773B4F17B0D}">
      <dgm:prSet/>
      <dgm:spPr/>
      <dgm:t>
        <a:bodyPr/>
        <a:lstStyle/>
        <a:p>
          <a:endParaRPr lang="fr-FR"/>
        </a:p>
      </dgm:t>
    </dgm:pt>
    <dgm:pt modelId="{00AD2C04-A799-47FE-94EA-F7AFE3A084C7}" type="sibTrans" cxnId="{F4C477B2-94E6-441D-A124-6773B4F17B0D}">
      <dgm:prSet/>
      <dgm:spPr/>
      <dgm:t>
        <a:bodyPr/>
        <a:lstStyle/>
        <a:p>
          <a:endParaRPr lang="fr-FR"/>
        </a:p>
      </dgm:t>
    </dgm:pt>
    <dgm:pt modelId="{A19F357A-5B58-42EF-BC31-8572FCE103F4}">
      <dgm:prSet phldrT="[Texte]" custT="1"/>
      <dgm:spPr/>
      <dgm:t>
        <a:bodyPr/>
        <a:lstStyle/>
        <a:p>
          <a:r>
            <a:rPr lang="fr-FR" sz="1000" dirty="0"/>
            <a:t>rnb	</a:t>
          </a:r>
        </a:p>
      </dgm:t>
    </dgm:pt>
    <dgm:pt modelId="{E44DE964-34BF-455B-8A1E-9F9D9F7D1958}" type="parTrans" cxnId="{78438D5C-3E49-4611-82B1-C7FFCCA65499}">
      <dgm:prSet/>
      <dgm:spPr/>
      <dgm:t>
        <a:bodyPr/>
        <a:lstStyle/>
        <a:p>
          <a:endParaRPr lang="fr-FR"/>
        </a:p>
      </dgm:t>
    </dgm:pt>
    <dgm:pt modelId="{96155E9D-5970-4C24-AB09-1834410AED22}" type="sibTrans" cxnId="{78438D5C-3E49-4611-82B1-C7FFCCA65499}">
      <dgm:prSet/>
      <dgm:spPr/>
      <dgm:t>
        <a:bodyPr/>
        <a:lstStyle/>
        <a:p>
          <a:endParaRPr lang="fr-FR"/>
        </a:p>
      </dgm:t>
    </dgm:pt>
    <dgm:pt modelId="{1A907EB8-6355-4717-81F1-06EA1D6DBDB0}">
      <dgm:prSet phldrT="[Texte]" custT="1"/>
      <dgm:spPr/>
      <dgm:t>
        <a:bodyPr/>
        <a:lstStyle/>
        <a:p>
          <a:r>
            <a:rPr lang="fr-FR" sz="1800" dirty="0"/>
            <a:t>Outlier</a:t>
          </a:r>
        </a:p>
      </dgm:t>
    </dgm:pt>
    <dgm:pt modelId="{DE5636C3-BDEF-4538-AAE2-A4CC9C3F354A}" type="parTrans" cxnId="{FE2804A0-51BB-4DFA-AFA5-0F1BC206EF00}">
      <dgm:prSet/>
      <dgm:spPr/>
      <dgm:t>
        <a:bodyPr/>
        <a:lstStyle/>
        <a:p>
          <a:endParaRPr lang="fr-FR"/>
        </a:p>
      </dgm:t>
    </dgm:pt>
    <dgm:pt modelId="{6F244E23-9407-4BEE-AAA9-E6D55483DAAE}" type="sibTrans" cxnId="{FE2804A0-51BB-4DFA-AFA5-0F1BC206EF00}">
      <dgm:prSet/>
      <dgm:spPr/>
      <dgm:t>
        <a:bodyPr/>
        <a:lstStyle/>
        <a:p>
          <a:endParaRPr lang="fr-FR"/>
        </a:p>
      </dgm:t>
    </dgm:pt>
    <dgm:pt modelId="{2F8E4D79-B4CA-477E-85A3-9A5E4EE94CBF}">
      <dgm:prSet phldrT="[Texte]" custT="1"/>
      <dgm:spPr/>
      <dgm:t>
        <a:bodyPr/>
        <a:lstStyle/>
        <a:p>
          <a:r>
            <a:rPr lang="fr-FR" sz="2000" dirty="0"/>
            <a:t>Merge</a:t>
          </a:r>
        </a:p>
      </dgm:t>
    </dgm:pt>
    <dgm:pt modelId="{AD5A40E8-AC1C-4BA0-8A3B-298C2CD137A9}" type="parTrans" cxnId="{63B906BB-F4D9-472A-B26D-F38A7C7999F8}">
      <dgm:prSet/>
      <dgm:spPr/>
      <dgm:t>
        <a:bodyPr/>
        <a:lstStyle/>
        <a:p>
          <a:endParaRPr lang="fr-FR"/>
        </a:p>
      </dgm:t>
    </dgm:pt>
    <dgm:pt modelId="{3F234E95-49E6-428B-B80E-C8E00D712D2A}" type="sibTrans" cxnId="{63B906BB-F4D9-472A-B26D-F38A7C7999F8}">
      <dgm:prSet/>
      <dgm:spPr/>
      <dgm:t>
        <a:bodyPr/>
        <a:lstStyle/>
        <a:p>
          <a:endParaRPr lang="fr-FR"/>
        </a:p>
      </dgm:t>
    </dgm:pt>
    <dgm:pt modelId="{9276D7F4-A295-45A6-96C7-A34AB52CCB3C}">
      <dgm:prSet phldrT="[Texte]" custT="1"/>
      <dgm:spPr/>
      <dgm:t>
        <a:bodyPr/>
        <a:lstStyle/>
        <a:p>
          <a:r>
            <a:rPr lang="fr-FR" sz="1800" dirty="0"/>
            <a:t>Ajout variable:</a:t>
          </a:r>
          <a:r>
            <a:rPr lang="fr-FR" sz="1000" dirty="0"/>
            <a:t>	</a:t>
          </a:r>
          <a:endParaRPr lang="fr-FR" sz="1800" dirty="0"/>
        </a:p>
      </dgm:t>
    </dgm:pt>
    <dgm:pt modelId="{07FC2870-D5FB-40EB-A819-3107B9ABB280}" type="parTrans" cxnId="{A5C6ABF0-BD2A-47CC-BFFB-818C8989C03D}">
      <dgm:prSet/>
      <dgm:spPr/>
      <dgm:t>
        <a:bodyPr/>
        <a:lstStyle/>
        <a:p>
          <a:endParaRPr lang="fr-FR"/>
        </a:p>
      </dgm:t>
    </dgm:pt>
    <dgm:pt modelId="{E49E0D42-B6CB-4884-847B-4627851FBD66}" type="sibTrans" cxnId="{A5C6ABF0-BD2A-47CC-BFFB-818C8989C03D}">
      <dgm:prSet/>
      <dgm:spPr/>
      <dgm:t>
        <a:bodyPr/>
        <a:lstStyle/>
        <a:p>
          <a:endParaRPr lang="fr-FR"/>
        </a:p>
      </dgm:t>
    </dgm:pt>
    <dgm:pt modelId="{4614575B-517D-4391-8F92-21451C9485C8}">
      <dgm:prSet phldrT="[Texte]" custT="1"/>
      <dgm:spPr/>
      <dgm:t>
        <a:bodyPr/>
        <a:lstStyle/>
        <a:p>
          <a:r>
            <a:rPr lang="fr-FR" sz="1000" dirty="0"/>
            <a:t>TDI	</a:t>
          </a:r>
          <a:endParaRPr lang="fr-FR" sz="1800" dirty="0"/>
        </a:p>
      </dgm:t>
    </dgm:pt>
    <dgm:pt modelId="{89B9F47F-B89C-4860-B41C-5709BE355D05}" type="parTrans" cxnId="{F486272A-C3F8-4055-9E89-69FD67DC3C8D}">
      <dgm:prSet/>
      <dgm:spPr/>
      <dgm:t>
        <a:bodyPr/>
        <a:lstStyle/>
        <a:p>
          <a:endParaRPr lang="fr-FR"/>
        </a:p>
      </dgm:t>
    </dgm:pt>
    <dgm:pt modelId="{4BD24E82-6A2A-41B7-BE7A-8A2A5EE3CE45}" type="sibTrans" cxnId="{F486272A-C3F8-4055-9E89-69FD67DC3C8D}">
      <dgm:prSet/>
      <dgm:spPr/>
      <dgm:t>
        <a:bodyPr/>
        <a:lstStyle/>
        <a:p>
          <a:endParaRPr lang="fr-FR"/>
        </a:p>
      </dgm:t>
    </dgm:pt>
    <dgm:pt modelId="{6AE7CDCC-41FA-46FF-AFBB-BBDE5B3FD730}">
      <dgm:prSet phldrT="[Texte]" custT="1"/>
      <dgm:spPr/>
      <dgm:t>
        <a:bodyPr/>
        <a:lstStyle/>
        <a:p>
          <a:r>
            <a:rPr lang="fr-FR" sz="1000" dirty="0"/>
            <a:t>TAS</a:t>
          </a:r>
          <a:endParaRPr lang="fr-FR" sz="1800" dirty="0"/>
        </a:p>
      </dgm:t>
    </dgm:pt>
    <dgm:pt modelId="{1CB23F52-859E-4E90-B54D-4CAC23E17DBD}" type="parTrans" cxnId="{9515ADA3-C5BF-44C0-8A84-380D937363D9}">
      <dgm:prSet/>
      <dgm:spPr/>
      <dgm:t>
        <a:bodyPr/>
        <a:lstStyle/>
        <a:p>
          <a:endParaRPr lang="fr-FR"/>
        </a:p>
      </dgm:t>
    </dgm:pt>
    <dgm:pt modelId="{CB67B16E-9411-4EB4-AEC1-3B33BCFFEE73}" type="sibTrans" cxnId="{9515ADA3-C5BF-44C0-8A84-380D937363D9}">
      <dgm:prSet/>
      <dgm:spPr/>
      <dgm:t>
        <a:bodyPr/>
        <a:lstStyle/>
        <a:p>
          <a:endParaRPr lang="fr-FR"/>
        </a:p>
      </dgm:t>
    </dgm:pt>
    <dgm:pt modelId="{70D05F00-5AB6-4F8D-9452-5B75834EF33F}" type="pres">
      <dgm:prSet presAssocID="{17EB42A5-948E-41D4-98CC-BDB66EB609C8}" presName="rootnode" presStyleCnt="0">
        <dgm:presLayoutVars>
          <dgm:chMax/>
          <dgm:chPref/>
          <dgm:dir/>
          <dgm:animLvl val="lvl"/>
        </dgm:presLayoutVars>
      </dgm:prSet>
      <dgm:spPr/>
    </dgm:pt>
    <dgm:pt modelId="{0F93CA5C-5225-4091-AB0A-BE8432F62F5F}" type="pres">
      <dgm:prSet presAssocID="{1957CCFC-79E3-44F1-92F8-DD0D59ABA421}" presName="composite" presStyleCnt="0"/>
      <dgm:spPr/>
    </dgm:pt>
    <dgm:pt modelId="{996C7D76-2C1B-4BEC-9879-BFBA2E0909E9}" type="pres">
      <dgm:prSet presAssocID="{1957CCFC-79E3-44F1-92F8-DD0D59ABA421}" presName="bentUpArrow1" presStyleLbl="alignImgPlace1" presStyleIdx="0" presStyleCnt="2"/>
      <dgm:spPr/>
    </dgm:pt>
    <dgm:pt modelId="{267BD196-8DD7-48A8-9FC2-C56EC8B6A2D2}" type="pres">
      <dgm:prSet presAssocID="{1957CCFC-79E3-44F1-92F8-DD0D59ABA421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A3EA931F-E375-42C7-9244-75B252179238}" type="pres">
      <dgm:prSet presAssocID="{1957CCFC-79E3-44F1-92F8-DD0D59ABA421}" presName="ChildText" presStyleLbl="revTx" presStyleIdx="0" presStyleCnt="3" custScaleX="119585" custScaleY="105816" custLinFactNeighborX="18640" custLinFactNeighborY="-2567">
        <dgm:presLayoutVars>
          <dgm:chMax val="0"/>
          <dgm:chPref val="0"/>
          <dgm:bulletEnabled val="1"/>
        </dgm:presLayoutVars>
      </dgm:prSet>
      <dgm:spPr/>
    </dgm:pt>
    <dgm:pt modelId="{B46997D9-37C7-4B5F-8D1A-C220F4089762}" type="pres">
      <dgm:prSet presAssocID="{E84C182F-56E3-4FFF-9AB9-44320E169FDC}" presName="sibTrans" presStyleCnt="0"/>
      <dgm:spPr/>
    </dgm:pt>
    <dgm:pt modelId="{8F55EF51-C18C-485C-B23A-D685F787F72D}" type="pres">
      <dgm:prSet presAssocID="{69655D21-4F5B-4E31-A678-1A4B708A82E4}" presName="composite" presStyleCnt="0"/>
      <dgm:spPr/>
    </dgm:pt>
    <dgm:pt modelId="{E65518C0-66EC-4679-971C-9761EC548A10}" type="pres">
      <dgm:prSet presAssocID="{69655D21-4F5B-4E31-A678-1A4B708A82E4}" presName="bentUpArrow1" presStyleLbl="alignImgPlace1" presStyleIdx="1" presStyleCnt="2"/>
      <dgm:spPr/>
    </dgm:pt>
    <dgm:pt modelId="{1357029B-C527-41F5-925B-9D86E12E6C97}" type="pres">
      <dgm:prSet presAssocID="{69655D21-4F5B-4E31-A678-1A4B708A82E4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500FA1FE-ED47-498B-B2FB-0712F68400C6}" type="pres">
      <dgm:prSet presAssocID="{69655D21-4F5B-4E31-A678-1A4B708A82E4}" presName="ChildText" presStyleLbl="revTx" presStyleIdx="1" presStyleCnt="3" custScaleX="164064" custLinFactNeighborX="32546" custLinFactNeighborY="-1207">
        <dgm:presLayoutVars>
          <dgm:chMax val="0"/>
          <dgm:chPref val="0"/>
          <dgm:bulletEnabled val="1"/>
        </dgm:presLayoutVars>
      </dgm:prSet>
      <dgm:spPr/>
    </dgm:pt>
    <dgm:pt modelId="{E31520F6-7927-4286-AC87-C4B2745EC69E}" type="pres">
      <dgm:prSet presAssocID="{8101E183-3EF6-4B9B-8F45-C780FB75B85D}" presName="sibTrans" presStyleCnt="0"/>
      <dgm:spPr/>
    </dgm:pt>
    <dgm:pt modelId="{0DFCC59A-7DF5-4A1A-9FDD-0BEF074F19B1}" type="pres">
      <dgm:prSet presAssocID="{7917A1C7-F191-4C2C-9556-81E2D1FEAB57}" presName="composite" presStyleCnt="0"/>
      <dgm:spPr/>
    </dgm:pt>
    <dgm:pt modelId="{672963D9-9B77-44F9-A731-CE65C7E7532A}" type="pres">
      <dgm:prSet presAssocID="{7917A1C7-F191-4C2C-9556-81E2D1FEAB57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DC2F2B4A-720C-4A86-A061-BB3006207E86}" type="pres">
      <dgm:prSet presAssocID="{7917A1C7-F191-4C2C-9556-81E2D1FEAB57}" presName="FinalChildText" presStyleLbl="revTx" presStyleIdx="2" presStyleCnt="3" custScaleX="116051" custScaleY="96336" custLinFactNeighborX="14831" custLinFactNeighborY="-739">
        <dgm:presLayoutVars>
          <dgm:chMax val="0"/>
          <dgm:chPref val="0"/>
          <dgm:bulletEnabled val="1"/>
        </dgm:presLayoutVars>
      </dgm:prSet>
      <dgm:spPr/>
    </dgm:pt>
  </dgm:ptLst>
  <dgm:cxnLst>
    <dgm:cxn modelId="{CD240B07-179E-4A6F-970B-7D63CAC45E0F}" type="presOf" srcId="{6D133F04-5855-496B-800C-F0A87DD75437}" destId="{A3EA931F-E375-42C7-9244-75B252179238}" srcOrd="0" destOrd="2" presId="urn:microsoft.com/office/officeart/2005/8/layout/StepDownProcess"/>
    <dgm:cxn modelId="{B21C8217-52C9-4C9E-847B-0D040B277CFB}" type="presOf" srcId="{1957CCFC-79E3-44F1-92F8-DD0D59ABA421}" destId="{267BD196-8DD7-48A8-9FC2-C56EC8B6A2D2}" srcOrd="0" destOrd="0" presId="urn:microsoft.com/office/officeart/2005/8/layout/StepDownProcess"/>
    <dgm:cxn modelId="{67C9AD1B-5D4B-4457-915D-350747890E92}" type="presOf" srcId="{52632976-DA38-4677-9A5E-8A536F98DB99}" destId="{A3EA931F-E375-42C7-9244-75B252179238}" srcOrd="0" destOrd="0" presId="urn:microsoft.com/office/officeart/2005/8/layout/StepDownProcess"/>
    <dgm:cxn modelId="{F486272A-C3F8-4055-9E89-69FD67DC3C8D}" srcId="{7917A1C7-F191-4C2C-9556-81E2D1FEAB57}" destId="{4614575B-517D-4391-8F92-21451C9485C8}" srcOrd="1" destOrd="0" parTransId="{89B9F47F-B89C-4860-B41C-5709BE355D05}" sibTransId="{4BD24E82-6A2A-41B7-BE7A-8A2A5EE3CE45}"/>
    <dgm:cxn modelId="{99BC173A-AEEF-4516-8C46-3D9470E87B5B}" type="presOf" srcId="{17EB42A5-948E-41D4-98CC-BDB66EB609C8}" destId="{70D05F00-5AB6-4F8D-9452-5B75834EF33F}" srcOrd="0" destOrd="0" presId="urn:microsoft.com/office/officeart/2005/8/layout/StepDownProcess"/>
    <dgm:cxn modelId="{AD783B3F-4686-4518-A44E-12C2B656CA29}" srcId="{52632976-DA38-4677-9A5E-8A536F98DB99}" destId="{E2DAB58A-89AF-47A7-A080-CBA2B271AA2A}" srcOrd="0" destOrd="0" parTransId="{99115934-7B42-498C-AE6B-4532DB16DFF5}" sibTransId="{4788593D-602E-484C-B498-EF3CC1586E34}"/>
    <dgm:cxn modelId="{78438D5C-3E49-4611-82B1-C7FFCCA65499}" srcId="{52632976-DA38-4677-9A5E-8A536F98DB99}" destId="{A19F357A-5B58-42EF-BC31-8572FCE103F4}" srcOrd="2" destOrd="0" parTransId="{E44DE964-34BF-455B-8A1E-9F9D9F7D1958}" sibTransId="{96155E9D-5970-4C24-AB09-1834410AED22}"/>
    <dgm:cxn modelId="{4BAD1F65-F855-4194-BB58-070E973A24BD}" srcId="{69655D21-4F5B-4E31-A678-1A4B708A82E4}" destId="{B1F1DE1C-96EE-4785-8CE8-D82C71661A97}" srcOrd="1" destOrd="0" parTransId="{CE8A8F5B-E40A-41E6-A62C-D38BA8A31BBC}" sibTransId="{734CE647-1E22-4AB8-81FC-5BD12CF7A41D}"/>
    <dgm:cxn modelId="{06505B67-39BC-46AA-A622-CE7DCFBB11ED}" type="presOf" srcId="{7917A1C7-F191-4C2C-9556-81E2D1FEAB57}" destId="{672963D9-9B77-44F9-A731-CE65C7E7532A}" srcOrd="0" destOrd="0" presId="urn:microsoft.com/office/officeart/2005/8/layout/StepDownProcess"/>
    <dgm:cxn modelId="{790C4048-A114-4C54-AB19-B44FE3002133}" type="presOf" srcId="{2F8E4D79-B4CA-477E-85A3-9A5E4EE94CBF}" destId="{500FA1FE-ED47-498B-B2FB-0712F68400C6}" srcOrd="0" destOrd="2" presId="urn:microsoft.com/office/officeart/2005/8/layout/StepDownProcess"/>
    <dgm:cxn modelId="{22C76F6A-5FFC-4CAE-A9AC-41AE98EF5A38}" type="presOf" srcId="{1A907EB8-6355-4717-81F1-06EA1D6DBDB0}" destId="{DC2F2B4A-720C-4A86-A061-BB3006207E86}" srcOrd="0" destOrd="3" presId="urn:microsoft.com/office/officeart/2005/8/layout/StepDownProcess"/>
    <dgm:cxn modelId="{8DF3C975-8D1C-42B2-B7C3-77BE954D342D}" type="presOf" srcId="{6AE7CDCC-41FA-46FF-AFBB-BBDE5B3FD730}" destId="{DC2F2B4A-720C-4A86-A061-BB3006207E86}" srcOrd="0" destOrd="2" presId="urn:microsoft.com/office/officeart/2005/8/layout/StepDownProcess"/>
    <dgm:cxn modelId="{C596FA7D-37A4-4651-8A74-3271F87BCF7C}" type="presOf" srcId="{9276D7F4-A295-45A6-96C7-A34AB52CCB3C}" destId="{DC2F2B4A-720C-4A86-A061-BB3006207E86}" srcOrd="0" destOrd="0" presId="urn:microsoft.com/office/officeart/2005/8/layout/StepDownProcess"/>
    <dgm:cxn modelId="{3B73EF97-2CBD-41C2-8C30-105A5495034E}" srcId="{1957CCFC-79E3-44F1-92F8-DD0D59ABA421}" destId="{52632976-DA38-4677-9A5E-8A536F98DB99}" srcOrd="0" destOrd="0" parTransId="{4A105A2E-DE77-4851-916E-EE305888D191}" sibTransId="{BCA6F94E-985F-42FE-B2BF-CBCE4499205A}"/>
    <dgm:cxn modelId="{FE2804A0-51BB-4DFA-AFA5-0F1BC206EF00}" srcId="{7917A1C7-F191-4C2C-9556-81E2D1FEAB57}" destId="{1A907EB8-6355-4717-81F1-06EA1D6DBDB0}" srcOrd="3" destOrd="0" parTransId="{DE5636C3-BDEF-4538-AAE2-A4CC9C3F354A}" sibTransId="{6F244E23-9407-4BEE-AAA9-E6D55483DAAE}"/>
    <dgm:cxn modelId="{32AF97A1-725D-4E45-A6F9-5B6BC56BBAE7}" type="presOf" srcId="{4614575B-517D-4391-8F92-21451C9485C8}" destId="{DC2F2B4A-720C-4A86-A061-BB3006207E86}" srcOrd="0" destOrd="1" presId="urn:microsoft.com/office/officeart/2005/8/layout/StepDownProcess"/>
    <dgm:cxn modelId="{9515ADA3-C5BF-44C0-8A84-380D937363D9}" srcId="{7917A1C7-F191-4C2C-9556-81E2D1FEAB57}" destId="{6AE7CDCC-41FA-46FF-AFBB-BBDE5B3FD730}" srcOrd="2" destOrd="0" parTransId="{1CB23F52-859E-4E90-B54D-4CAC23E17DBD}" sibTransId="{CB67B16E-9411-4EB4-AEC1-3B33BCFFEE73}"/>
    <dgm:cxn modelId="{437150B0-85A8-4C53-B2CF-65B7204FD02A}" type="presOf" srcId="{E2DAB58A-89AF-47A7-A080-CBA2B271AA2A}" destId="{A3EA931F-E375-42C7-9244-75B252179238}" srcOrd="0" destOrd="1" presId="urn:microsoft.com/office/officeart/2005/8/layout/StepDownProcess"/>
    <dgm:cxn modelId="{F4C477B2-94E6-441D-A124-6773B4F17B0D}" srcId="{52632976-DA38-4677-9A5E-8A536F98DB99}" destId="{6D133F04-5855-496B-800C-F0A87DD75437}" srcOrd="1" destOrd="0" parTransId="{83039ED1-2AC0-41E6-9EDB-5F56D47257A7}" sibTransId="{00AD2C04-A799-47FE-94EA-F7AFE3A084C7}"/>
    <dgm:cxn modelId="{63B906BB-F4D9-472A-B26D-F38A7C7999F8}" srcId="{69655D21-4F5B-4E31-A678-1A4B708A82E4}" destId="{2F8E4D79-B4CA-477E-85A3-9A5E4EE94CBF}" srcOrd="2" destOrd="0" parTransId="{AD5A40E8-AC1C-4BA0-8A3B-298C2CD137A9}" sibTransId="{3F234E95-49E6-428B-B80E-C8E00D712D2A}"/>
    <dgm:cxn modelId="{153AFABE-BF83-4630-BE2B-76D5ABE926A6}" type="presOf" srcId="{BF8EB8B3-44C9-47DD-AF64-6B4117ADCE54}" destId="{500FA1FE-ED47-498B-B2FB-0712F68400C6}" srcOrd="0" destOrd="0" presId="urn:microsoft.com/office/officeart/2005/8/layout/StepDownProcess"/>
    <dgm:cxn modelId="{E9AE4EC2-FEE0-4E43-ACD3-4A8A509B1CDC}" srcId="{69655D21-4F5B-4E31-A678-1A4B708A82E4}" destId="{BF8EB8B3-44C9-47DD-AF64-6B4117ADCE54}" srcOrd="0" destOrd="0" parTransId="{A5D1496A-1A6F-4A6E-9517-C4600FC09B00}" sibTransId="{44371C29-4297-41CA-A0D3-10A05530578A}"/>
    <dgm:cxn modelId="{C3CFACC7-8FE0-4572-9A02-A539D5B2C8FB}" srcId="{17EB42A5-948E-41D4-98CC-BDB66EB609C8}" destId="{7917A1C7-F191-4C2C-9556-81E2D1FEAB57}" srcOrd="2" destOrd="0" parTransId="{93CC2705-7EB7-4F2D-9435-53838326A278}" sibTransId="{1DE77D27-A5B6-4461-AD14-EAAFA1AE6E09}"/>
    <dgm:cxn modelId="{F827BFC9-1EE8-4F65-850E-773D30A71002}" type="presOf" srcId="{A19F357A-5B58-42EF-BC31-8572FCE103F4}" destId="{A3EA931F-E375-42C7-9244-75B252179238}" srcOrd="0" destOrd="3" presId="urn:microsoft.com/office/officeart/2005/8/layout/StepDownProcess"/>
    <dgm:cxn modelId="{17B552D1-6458-423F-B1AF-8F4477D77549}" srcId="{17EB42A5-948E-41D4-98CC-BDB66EB609C8}" destId="{1957CCFC-79E3-44F1-92F8-DD0D59ABA421}" srcOrd="0" destOrd="0" parTransId="{1CF837E4-44DD-4E3D-8820-AA5C546CF4BF}" sibTransId="{E84C182F-56E3-4FFF-9AB9-44320E169FDC}"/>
    <dgm:cxn modelId="{2620FFD3-72D4-4165-A769-9A04D697C44F}" srcId="{17EB42A5-948E-41D4-98CC-BDB66EB609C8}" destId="{69655D21-4F5B-4E31-A678-1A4B708A82E4}" srcOrd="1" destOrd="0" parTransId="{D5119A52-9AF8-4F1E-99F9-557A1B31B8A3}" sibTransId="{8101E183-3EF6-4B9B-8F45-C780FB75B85D}"/>
    <dgm:cxn modelId="{40DD66EE-EFE7-4583-A823-AFB8ADCF699E}" type="presOf" srcId="{B1F1DE1C-96EE-4785-8CE8-D82C71661A97}" destId="{500FA1FE-ED47-498B-B2FB-0712F68400C6}" srcOrd="0" destOrd="1" presId="urn:microsoft.com/office/officeart/2005/8/layout/StepDownProcess"/>
    <dgm:cxn modelId="{A5C6ABF0-BD2A-47CC-BFFB-818C8989C03D}" srcId="{7917A1C7-F191-4C2C-9556-81E2D1FEAB57}" destId="{9276D7F4-A295-45A6-96C7-A34AB52CCB3C}" srcOrd="0" destOrd="0" parTransId="{07FC2870-D5FB-40EB-A819-3107B9ABB280}" sibTransId="{E49E0D42-B6CB-4884-847B-4627851FBD66}"/>
    <dgm:cxn modelId="{969042F1-F686-42F4-B115-EF402E0EDDE4}" type="presOf" srcId="{69655D21-4F5B-4E31-A678-1A4B708A82E4}" destId="{1357029B-C527-41F5-925B-9D86E12E6C97}" srcOrd="0" destOrd="0" presId="urn:microsoft.com/office/officeart/2005/8/layout/StepDownProcess"/>
    <dgm:cxn modelId="{6216C707-F474-4BE5-B35D-0E365AB08F5B}" type="presParOf" srcId="{70D05F00-5AB6-4F8D-9452-5B75834EF33F}" destId="{0F93CA5C-5225-4091-AB0A-BE8432F62F5F}" srcOrd="0" destOrd="0" presId="urn:microsoft.com/office/officeart/2005/8/layout/StepDownProcess"/>
    <dgm:cxn modelId="{943D1500-7453-4591-930D-A0E401D713AB}" type="presParOf" srcId="{0F93CA5C-5225-4091-AB0A-BE8432F62F5F}" destId="{996C7D76-2C1B-4BEC-9879-BFBA2E0909E9}" srcOrd="0" destOrd="0" presId="urn:microsoft.com/office/officeart/2005/8/layout/StepDownProcess"/>
    <dgm:cxn modelId="{DE513F11-FE78-4BE8-AB69-ABD324187889}" type="presParOf" srcId="{0F93CA5C-5225-4091-AB0A-BE8432F62F5F}" destId="{267BD196-8DD7-48A8-9FC2-C56EC8B6A2D2}" srcOrd="1" destOrd="0" presId="urn:microsoft.com/office/officeart/2005/8/layout/StepDownProcess"/>
    <dgm:cxn modelId="{199BE244-C46C-4551-B730-C32CC1227C1D}" type="presParOf" srcId="{0F93CA5C-5225-4091-AB0A-BE8432F62F5F}" destId="{A3EA931F-E375-42C7-9244-75B252179238}" srcOrd="2" destOrd="0" presId="urn:microsoft.com/office/officeart/2005/8/layout/StepDownProcess"/>
    <dgm:cxn modelId="{43F5C6DD-C602-4C08-9A8E-D36B74C36060}" type="presParOf" srcId="{70D05F00-5AB6-4F8D-9452-5B75834EF33F}" destId="{B46997D9-37C7-4B5F-8D1A-C220F4089762}" srcOrd="1" destOrd="0" presId="urn:microsoft.com/office/officeart/2005/8/layout/StepDownProcess"/>
    <dgm:cxn modelId="{F00B4894-A16C-495B-9885-46AA8D604349}" type="presParOf" srcId="{70D05F00-5AB6-4F8D-9452-5B75834EF33F}" destId="{8F55EF51-C18C-485C-B23A-D685F787F72D}" srcOrd="2" destOrd="0" presId="urn:microsoft.com/office/officeart/2005/8/layout/StepDownProcess"/>
    <dgm:cxn modelId="{71E8C099-D313-4DBB-8D23-2AF3A1EA9A6F}" type="presParOf" srcId="{8F55EF51-C18C-485C-B23A-D685F787F72D}" destId="{E65518C0-66EC-4679-971C-9761EC548A10}" srcOrd="0" destOrd="0" presId="urn:microsoft.com/office/officeart/2005/8/layout/StepDownProcess"/>
    <dgm:cxn modelId="{CE9FBAD6-84B0-4AA3-9999-9529439C4E76}" type="presParOf" srcId="{8F55EF51-C18C-485C-B23A-D685F787F72D}" destId="{1357029B-C527-41F5-925B-9D86E12E6C97}" srcOrd="1" destOrd="0" presId="urn:microsoft.com/office/officeart/2005/8/layout/StepDownProcess"/>
    <dgm:cxn modelId="{E240FE6F-C62B-44D8-A6DC-7D574112AB1D}" type="presParOf" srcId="{8F55EF51-C18C-485C-B23A-D685F787F72D}" destId="{500FA1FE-ED47-498B-B2FB-0712F68400C6}" srcOrd="2" destOrd="0" presId="urn:microsoft.com/office/officeart/2005/8/layout/StepDownProcess"/>
    <dgm:cxn modelId="{F304B158-3EB6-48A7-8027-49D42E7A4BE4}" type="presParOf" srcId="{70D05F00-5AB6-4F8D-9452-5B75834EF33F}" destId="{E31520F6-7927-4286-AC87-C4B2745EC69E}" srcOrd="3" destOrd="0" presId="urn:microsoft.com/office/officeart/2005/8/layout/StepDownProcess"/>
    <dgm:cxn modelId="{94E7924E-30C7-4BCB-88B5-023668CDCDF8}" type="presParOf" srcId="{70D05F00-5AB6-4F8D-9452-5B75834EF33F}" destId="{0DFCC59A-7DF5-4A1A-9FDD-0BEF074F19B1}" srcOrd="4" destOrd="0" presId="urn:microsoft.com/office/officeart/2005/8/layout/StepDownProcess"/>
    <dgm:cxn modelId="{0AE38DA9-7035-4C86-8653-C11C855BB922}" type="presParOf" srcId="{0DFCC59A-7DF5-4A1A-9FDD-0BEF074F19B1}" destId="{672963D9-9B77-44F9-A731-CE65C7E7532A}" srcOrd="0" destOrd="0" presId="urn:microsoft.com/office/officeart/2005/8/layout/StepDownProcess"/>
    <dgm:cxn modelId="{5478BF97-EFC1-47A9-89DE-82253C07B2A9}" type="presParOf" srcId="{0DFCC59A-7DF5-4A1A-9FDD-0BEF074F19B1}" destId="{DC2F2B4A-720C-4A86-A061-BB3006207E86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32F30D-AA5C-4218-8DF8-3E96FAAE94A8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03F3F28-4E52-42A0-BB35-C18D78BCBD3B}">
      <dgm:prSet phldrT="[Texte]"/>
      <dgm:spPr/>
      <dgm:t>
        <a:bodyPr/>
        <a:lstStyle/>
        <a:p>
          <a:r>
            <a:rPr lang="fr-FR" dirty="0"/>
            <a:t>K-</a:t>
          </a:r>
          <a:r>
            <a:rPr lang="fr-FR" dirty="0" err="1"/>
            <a:t>means</a:t>
          </a:r>
          <a:endParaRPr lang="fr-FR" dirty="0"/>
        </a:p>
      </dgm:t>
    </dgm:pt>
    <dgm:pt modelId="{D8D0C7BC-2E22-4C98-BB5A-5B210EFFF4BC}" type="parTrans" cxnId="{8EB7F116-C928-4931-9D56-39259206BB99}">
      <dgm:prSet/>
      <dgm:spPr/>
      <dgm:t>
        <a:bodyPr/>
        <a:lstStyle/>
        <a:p>
          <a:endParaRPr lang="fr-FR"/>
        </a:p>
      </dgm:t>
    </dgm:pt>
    <dgm:pt modelId="{34CBBBFE-DD58-45A9-963D-C6C3D1B0D64D}" type="sibTrans" cxnId="{8EB7F116-C928-4931-9D56-39259206BB99}">
      <dgm:prSet/>
      <dgm:spPr/>
      <dgm:t>
        <a:bodyPr/>
        <a:lstStyle/>
        <a:p>
          <a:endParaRPr lang="fr-FR"/>
        </a:p>
      </dgm:t>
    </dgm:pt>
    <dgm:pt modelId="{8B45F0C0-1F9A-463D-A8DC-8356B92725F8}">
      <dgm:prSet phldrT="[Texte]" custT="1"/>
      <dgm:spPr/>
      <dgm:t>
        <a:bodyPr/>
        <a:lstStyle/>
        <a:p>
          <a:pPr>
            <a:buClr>
              <a:schemeClr val="accent1"/>
            </a:buClr>
            <a:buNone/>
          </a:pPr>
          <a:r>
            <a:rPr lang="fr-FR" sz="1000" dirty="0"/>
            <a:t>Il faut définir à l’avance le groupe centroïde :</a:t>
          </a:r>
        </a:p>
        <a:p>
          <a:pPr>
            <a:buClr>
              <a:schemeClr val="accent1"/>
            </a:buClr>
            <a:buNone/>
          </a:pPr>
          <a:r>
            <a:rPr lang="fr-FR" sz="1000" dirty="0"/>
            <a:t>Méthode du coude </a:t>
          </a:r>
        </a:p>
        <a:p>
          <a:pPr>
            <a:buClr>
              <a:schemeClr val="accent1"/>
            </a:buClr>
            <a:buNone/>
          </a:pPr>
          <a:r>
            <a:rPr lang="fr-FR" sz="1000" dirty="0"/>
            <a:t>Méthode de la silhouette</a:t>
          </a:r>
        </a:p>
      </dgm:t>
    </dgm:pt>
    <dgm:pt modelId="{74ECFBBF-C124-4335-9F51-4269C080E9BD}" type="parTrans" cxnId="{9778C1FD-47AF-4282-863E-3F3FCF280381}">
      <dgm:prSet/>
      <dgm:spPr/>
      <dgm:t>
        <a:bodyPr/>
        <a:lstStyle/>
        <a:p>
          <a:endParaRPr lang="fr-FR"/>
        </a:p>
      </dgm:t>
    </dgm:pt>
    <dgm:pt modelId="{4DA4FA8F-DA69-43B2-BE62-4EEEAC2E102E}" type="sibTrans" cxnId="{9778C1FD-47AF-4282-863E-3F3FCF280381}">
      <dgm:prSet/>
      <dgm:spPr/>
      <dgm:t>
        <a:bodyPr/>
        <a:lstStyle/>
        <a:p>
          <a:endParaRPr lang="fr-FR"/>
        </a:p>
      </dgm:t>
    </dgm:pt>
    <dgm:pt modelId="{D75411A6-55FA-45C7-9E4C-ECBD5B2A44D6}">
      <dgm:prSet phldrT="[Texte]" custT="1"/>
      <dgm:spPr/>
      <dgm:t>
        <a:bodyPr/>
        <a:lstStyle/>
        <a:p>
          <a:r>
            <a:rPr lang="fr-FR" sz="1000" b="1" dirty="0"/>
            <a:t>Faibles temps de calcul : </a:t>
          </a:r>
          <a:r>
            <a:rPr lang="fr-FR" sz="1000" dirty="0"/>
            <a:t>le k-</a:t>
          </a:r>
          <a:r>
            <a:rPr lang="fr-FR" sz="1000" dirty="0" err="1"/>
            <a:t>means</a:t>
          </a:r>
          <a:r>
            <a:rPr lang="fr-FR" sz="1000" dirty="0"/>
            <a:t> n’est pas une méthode de clustering hiérarchique. Comparé à d’autres méthodes(CAH), les temps de calcul sont donc bien plus faibles.</a:t>
          </a:r>
        </a:p>
        <a:p>
          <a:r>
            <a:rPr lang="fr-FR" sz="1000" b="1" dirty="0"/>
            <a:t>Pas de cohérence entre 2 exécutions : </a:t>
          </a:r>
          <a:r>
            <a:rPr lang="fr-FR" sz="1000" dirty="0"/>
            <a:t>si vous exécutez 2 fois un algorithme des k-moyennes sur vos données, vous obtiendrez 2 résultats différents.</a:t>
          </a:r>
        </a:p>
      </dgm:t>
    </dgm:pt>
    <dgm:pt modelId="{5CBA6BC0-82D4-40C8-98E0-1040BE2DA59C}" type="parTrans" cxnId="{3AF5BA5C-1ED9-4E9F-AFF9-6EE94D10EE94}">
      <dgm:prSet/>
      <dgm:spPr/>
      <dgm:t>
        <a:bodyPr/>
        <a:lstStyle/>
        <a:p>
          <a:endParaRPr lang="fr-FR"/>
        </a:p>
      </dgm:t>
    </dgm:pt>
    <dgm:pt modelId="{D9B22B4B-EDB9-4DF1-9C4C-85F3CCBD9FBC}" type="sibTrans" cxnId="{3AF5BA5C-1ED9-4E9F-AFF9-6EE94D10EE94}">
      <dgm:prSet/>
      <dgm:spPr/>
      <dgm:t>
        <a:bodyPr/>
        <a:lstStyle/>
        <a:p>
          <a:endParaRPr lang="fr-FR"/>
        </a:p>
      </dgm:t>
    </dgm:pt>
    <dgm:pt modelId="{864919E8-C913-4468-95C0-54E16AB05AD4}">
      <dgm:prSet phldrT="[Texte]"/>
      <dgm:spPr/>
      <dgm:t>
        <a:bodyPr/>
        <a:lstStyle/>
        <a:p>
          <a:r>
            <a:rPr lang="fr-FR" dirty="0"/>
            <a:t>CAH</a:t>
          </a:r>
        </a:p>
      </dgm:t>
    </dgm:pt>
    <dgm:pt modelId="{433CFE67-EA46-477C-B6F4-423BA97BA060}" type="parTrans" cxnId="{FDD4C543-7C65-4858-90E3-057A8F99FA76}">
      <dgm:prSet/>
      <dgm:spPr/>
      <dgm:t>
        <a:bodyPr/>
        <a:lstStyle/>
        <a:p>
          <a:endParaRPr lang="fr-FR"/>
        </a:p>
      </dgm:t>
    </dgm:pt>
    <dgm:pt modelId="{F6BB63DE-4D4B-426A-AD29-7421993E955F}" type="sibTrans" cxnId="{FDD4C543-7C65-4858-90E3-057A8F99FA76}">
      <dgm:prSet/>
      <dgm:spPr/>
      <dgm:t>
        <a:bodyPr/>
        <a:lstStyle/>
        <a:p>
          <a:endParaRPr lang="fr-FR"/>
        </a:p>
      </dgm:t>
    </dgm:pt>
    <dgm:pt modelId="{7A277D8C-A341-4606-A8A4-48B082BD5919}">
      <dgm:prSet phldrT="[Texte]" custT="1"/>
      <dgm:spPr/>
      <dgm:t>
        <a:bodyPr/>
        <a:lstStyle/>
        <a:p>
          <a:r>
            <a:rPr lang="fr-FR" sz="1000" dirty="0"/>
            <a:t>Pas de choix de groupe à définir</a:t>
          </a:r>
        </a:p>
        <a:p>
          <a:r>
            <a:rPr lang="fr-FR" sz="1000" dirty="0"/>
            <a:t>Classification Hiérarchique</a:t>
          </a:r>
        </a:p>
      </dgm:t>
    </dgm:pt>
    <dgm:pt modelId="{172261EA-2B4A-431D-BD33-336F719B2810}" type="parTrans" cxnId="{992DFEBE-68D2-486E-BB20-1EC2C0254987}">
      <dgm:prSet/>
      <dgm:spPr/>
      <dgm:t>
        <a:bodyPr/>
        <a:lstStyle/>
        <a:p>
          <a:endParaRPr lang="fr-FR"/>
        </a:p>
      </dgm:t>
    </dgm:pt>
    <dgm:pt modelId="{5B8F0A1A-2AB2-4C17-8B9D-4B2253CB4499}" type="sibTrans" cxnId="{992DFEBE-68D2-486E-BB20-1EC2C0254987}">
      <dgm:prSet/>
      <dgm:spPr/>
      <dgm:t>
        <a:bodyPr/>
        <a:lstStyle/>
        <a:p>
          <a:endParaRPr lang="fr-FR"/>
        </a:p>
      </dgm:t>
    </dgm:pt>
    <dgm:pt modelId="{5843AFA0-4E0A-4D7A-AA3C-7BC88D55FBFA}">
      <dgm:prSet phldrT="[Texte]" custT="1"/>
      <dgm:spPr/>
      <dgm:t>
        <a:bodyPr/>
        <a:lstStyle/>
        <a:p>
          <a:pPr>
            <a:buClr>
              <a:schemeClr val="accent1"/>
            </a:buClr>
          </a:pPr>
          <a:r>
            <a:rPr lang="fr-FR" sz="1050" b="1" dirty="0"/>
            <a:t>Facile à utiliser </a:t>
          </a:r>
          <a:r>
            <a:rPr lang="fr-FR" sz="1050" dirty="0"/>
            <a:t>: La CAH construit systématiquement un dendrogramme qui va résumer tout les regroupements qui ont été fait.</a:t>
          </a:r>
        </a:p>
        <a:p>
          <a:pPr>
            <a:buClr>
              <a:schemeClr val="accent1"/>
            </a:buClr>
          </a:pPr>
          <a:r>
            <a:rPr lang="fr-FR" sz="1050" b="1" dirty="0"/>
            <a:t>Pas adapté aux grands volumes de données:  </a:t>
          </a:r>
          <a:r>
            <a:rPr lang="fr-FR" sz="1050" b="0" dirty="0"/>
            <a:t>N</a:t>
          </a:r>
          <a:r>
            <a:rPr lang="fr-FR" sz="1050" dirty="0"/>
            <a:t>e peut pas être utilisée sur des volumes important, les temps de calcul exploseraient.</a:t>
          </a:r>
        </a:p>
      </dgm:t>
    </dgm:pt>
    <dgm:pt modelId="{B41B92F2-186E-454D-9D0A-947DC951E185}" type="parTrans" cxnId="{E0FFBFFE-987C-4B21-B9E7-C1D546EF9E1E}">
      <dgm:prSet/>
      <dgm:spPr/>
      <dgm:t>
        <a:bodyPr/>
        <a:lstStyle/>
        <a:p>
          <a:endParaRPr lang="fr-FR"/>
        </a:p>
      </dgm:t>
    </dgm:pt>
    <dgm:pt modelId="{07310D3E-A097-4F4F-888E-3923D47B119B}" type="sibTrans" cxnId="{E0FFBFFE-987C-4B21-B9E7-C1D546EF9E1E}">
      <dgm:prSet/>
      <dgm:spPr/>
      <dgm:t>
        <a:bodyPr/>
        <a:lstStyle/>
        <a:p>
          <a:endParaRPr lang="fr-FR"/>
        </a:p>
      </dgm:t>
    </dgm:pt>
    <dgm:pt modelId="{5DA7ACFA-7540-4D5E-9146-D4CEFAF2543A}" type="pres">
      <dgm:prSet presAssocID="{AC32F30D-AA5C-4218-8DF8-3E96FAAE94A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F199B0-0143-4FF9-8B95-2614A03B6A1A}" type="pres">
      <dgm:prSet presAssocID="{703F3F28-4E52-42A0-BB35-C18D78BCBD3B}" presName="root" presStyleCnt="0"/>
      <dgm:spPr/>
    </dgm:pt>
    <dgm:pt modelId="{5783ED08-7DC6-4D7E-A145-19F00CEB8C92}" type="pres">
      <dgm:prSet presAssocID="{703F3F28-4E52-42A0-BB35-C18D78BCBD3B}" presName="rootComposite" presStyleCnt="0"/>
      <dgm:spPr/>
    </dgm:pt>
    <dgm:pt modelId="{C73D71E8-A80B-47F4-BD5B-241032EB136C}" type="pres">
      <dgm:prSet presAssocID="{703F3F28-4E52-42A0-BB35-C18D78BCBD3B}" presName="rootText" presStyleLbl="node1" presStyleIdx="0" presStyleCnt="2" custLinFactNeighborX="10343" custLinFactNeighborY="5197"/>
      <dgm:spPr/>
    </dgm:pt>
    <dgm:pt modelId="{396CD4B4-6D41-492E-8F8C-0C9978597D02}" type="pres">
      <dgm:prSet presAssocID="{703F3F28-4E52-42A0-BB35-C18D78BCBD3B}" presName="rootConnector" presStyleLbl="node1" presStyleIdx="0" presStyleCnt="2"/>
      <dgm:spPr/>
    </dgm:pt>
    <dgm:pt modelId="{05D5A4EA-0852-4009-8B73-05C1FDEDBEF1}" type="pres">
      <dgm:prSet presAssocID="{703F3F28-4E52-42A0-BB35-C18D78BCBD3B}" presName="childShape" presStyleCnt="0"/>
      <dgm:spPr/>
    </dgm:pt>
    <dgm:pt modelId="{AFCC3F54-C459-4F66-907A-0716639F4377}" type="pres">
      <dgm:prSet presAssocID="{74ECFBBF-C124-4335-9F51-4269C080E9BD}" presName="Name13" presStyleLbl="parChTrans1D2" presStyleIdx="0" presStyleCnt="4"/>
      <dgm:spPr/>
    </dgm:pt>
    <dgm:pt modelId="{54CB1A6B-76B3-4ECF-9C9F-A7CD209C87B4}" type="pres">
      <dgm:prSet presAssocID="{8B45F0C0-1F9A-463D-A8DC-8356B92725F8}" presName="childText" presStyleLbl="bgAcc1" presStyleIdx="0" presStyleCnt="4" custScaleX="130184" custLinFactNeighborX="-13132" custLinFactNeighborY="-1365">
        <dgm:presLayoutVars>
          <dgm:bulletEnabled val="1"/>
        </dgm:presLayoutVars>
      </dgm:prSet>
      <dgm:spPr/>
    </dgm:pt>
    <dgm:pt modelId="{1F284864-8A74-4886-9E8E-1FE24306C7AD}" type="pres">
      <dgm:prSet presAssocID="{5CBA6BC0-82D4-40C8-98E0-1040BE2DA59C}" presName="Name13" presStyleLbl="parChTrans1D2" presStyleIdx="1" presStyleCnt="4"/>
      <dgm:spPr/>
    </dgm:pt>
    <dgm:pt modelId="{0FC2A544-D19E-46B9-B914-5E2044E56D51}" type="pres">
      <dgm:prSet presAssocID="{D75411A6-55FA-45C7-9E4C-ECBD5B2A44D6}" presName="childText" presStyleLbl="bgAcc1" presStyleIdx="1" presStyleCnt="4" custScaleX="129651" custLinFactNeighborX="-11504" custLinFactNeighborY="15">
        <dgm:presLayoutVars>
          <dgm:bulletEnabled val="1"/>
        </dgm:presLayoutVars>
      </dgm:prSet>
      <dgm:spPr/>
    </dgm:pt>
    <dgm:pt modelId="{A5295D1E-DB53-48D4-91A6-DF3106F46D5A}" type="pres">
      <dgm:prSet presAssocID="{864919E8-C913-4468-95C0-54E16AB05AD4}" presName="root" presStyleCnt="0"/>
      <dgm:spPr/>
    </dgm:pt>
    <dgm:pt modelId="{FB178D6D-76D1-4448-93FE-6A022BAEFB30}" type="pres">
      <dgm:prSet presAssocID="{864919E8-C913-4468-95C0-54E16AB05AD4}" presName="rootComposite" presStyleCnt="0"/>
      <dgm:spPr/>
    </dgm:pt>
    <dgm:pt modelId="{B59416F5-6947-4FAF-B16A-F45A3C4B24F1}" type="pres">
      <dgm:prSet presAssocID="{864919E8-C913-4468-95C0-54E16AB05AD4}" presName="rootText" presStyleLbl="node1" presStyleIdx="1" presStyleCnt="2" custLinFactNeighborX="40085" custLinFactNeighborY="-1220"/>
      <dgm:spPr/>
    </dgm:pt>
    <dgm:pt modelId="{2B337835-8934-4E0B-88AA-AC509123E96C}" type="pres">
      <dgm:prSet presAssocID="{864919E8-C913-4468-95C0-54E16AB05AD4}" presName="rootConnector" presStyleLbl="node1" presStyleIdx="1" presStyleCnt="2"/>
      <dgm:spPr/>
    </dgm:pt>
    <dgm:pt modelId="{F2DC0AAE-28DC-49CD-A78C-524D2340EDA7}" type="pres">
      <dgm:prSet presAssocID="{864919E8-C913-4468-95C0-54E16AB05AD4}" presName="childShape" presStyleCnt="0"/>
      <dgm:spPr/>
    </dgm:pt>
    <dgm:pt modelId="{457F0E6F-3841-4C8D-ADC6-7AEC29050807}" type="pres">
      <dgm:prSet presAssocID="{172261EA-2B4A-431D-BD33-336F719B2810}" presName="Name13" presStyleLbl="parChTrans1D2" presStyleIdx="2" presStyleCnt="4"/>
      <dgm:spPr/>
    </dgm:pt>
    <dgm:pt modelId="{4FBC3A28-65F7-4797-8AEC-FAF9C6E51F28}" type="pres">
      <dgm:prSet presAssocID="{7A277D8C-A341-4606-A8A4-48B082BD5919}" presName="childText" presStyleLbl="bgAcc1" presStyleIdx="2" presStyleCnt="4" custScaleX="123762" custLinFactNeighborX="50106" custLinFactNeighborY="-1220">
        <dgm:presLayoutVars>
          <dgm:bulletEnabled val="1"/>
        </dgm:presLayoutVars>
      </dgm:prSet>
      <dgm:spPr/>
    </dgm:pt>
    <dgm:pt modelId="{C5BB1124-CE6E-4234-8A0C-79B0C347AF5D}" type="pres">
      <dgm:prSet presAssocID="{B41B92F2-186E-454D-9D0A-947DC951E185}" presName="Name13" presStyleLbl="parChTrans1D2" presStyleIdx="3" presStyleCnt="4"/>
      <dgm:spPr/>
    </dgm:pt>
    <dgm:pt modelId="{B9BA9401-E8F8-4A6D-85DD-4B9A3ED810E6}" type="pres">
      <dgm:prSet presAssocID="{5843AFA0-4E0A-4D7A-AA3C-7BC88D55FBFA}" presName="childText" presStyleLbl="bgAcc1" presStyleIdx="3" presStyleCnt="4" custScaleX="128020" custLinFactNeighborX="50106" custLinFactNeighborY="-1220">
        <dgm:presLayoutVars>
          <dgm:bulletEnabled val="1"/>
        </dgm:presLayoutVars>
      </dgm:prSet>
      <dgm:spPr/>
    </dgm:pt>
  </dgm:ptLst>
  <dgm:cxnLst>
    <dgm:cxn modelId="{BD4BFE04-1F3D-4C63-AE5E-2E3C83ACC0AA}" type="presOf" srcId="{5CBA6BC0-82D4-40C8-98E0-1040BE2DA59C}" destId="{1F284864-8A74-4886-9E8E-1FE24306C7AD}" srcOrd="0" destOrd="0" presId="urn:microsoft.com/office/officeart/2005/8/layout/hierarchy3"/>
    <dgm:cxn modelId="{8EB7F116-C928-4931-9D56-39259206BB99}" srcId="{AC32F30D-AA5C-4218-8DF8-3E96FAAE94A8}" destId="{703F3F28-4E52-42A0-BB35-C18D78BCBD3B}" srcOrd="0" destOrd="0" parTransId="{D8D0C7BC-2E22-4C98-BB5A-5B210EFFF4BC}" sibTransId="{34CBBBFE-DD58-45A9-963D-C6C3D1B0D64D}"/>
    <dgm:cxn modelId="{49B15128-3ED4-4C61-9806-A352BF17DA04}" type="presOf" srcId="{5843AFA0-4E0A-4D7A-AA3C-7BC88D55FBFA}" destId="{B9BA9401-E8F8-4A6D-85DD-4B9A3ED810E6}" srcOrd="0" destOrd="0" presId="urn:microsoft.com/office/officeart/2005/8/layout/hierarchy3"/>
    <dgm:cxn modelId="{45A9C93C-E280-4EDD-94CC-AF8B0E1DACCD}" type="presOf" srcId="{B41B92F2-186E-454D-9D0A-947DC951E185}" destId="{C5BB1124-CE6E-4234-8A0C-79B0C347AF5D}" srcOrd="0" destOrd="0" presId="urn:microsoft.com/office/officeart/2005/8/layout/hierarchy3"/>
    <dgm:cxn modelId="{3AF5BA5C-1ED9-4E9F-AFF9-6EE94D10EE94}" srcId="{703F3F28-4E52-42A0-BB35-C18D78BCBD3B}" destId="{D75411A6-55FA-45C7-9E4C-ECBD5B2A44D6}" srcOrd="1" destOrd="0" parTransId="{5CBA6BC0-82D4-40C8-98E0-1040BE2DA59C}" sibTransId="{D9B22B4B-EDB9-4DF1-9C4C-85F3CCBD9FBC}"/>
    <dgm:cxn modelId="{7EBE9843-D04E-4EB7-96CC-13B767205836}" type="presOf" srcId="{74ECFBBF-C124-4335-9F51-4269C080E9BD}" destId="{AFCC3F54-C459-4F66-907A-0716639F4377}" srcOrd="0" destOrd="0" presId="urn:microsoft.com/office/officeart/2005/8/layout/hierarchy3"/>
    <dgm:cxn modelId="{FDD4C543-7C65-4858-90E3-057A8F99FA76}" srcId="{AC32F30D-AA5C-4218-8DF8-3E96FAAE94A8}" destId="{864919E8-C913-4468-95C0-54E16AB05AD4}" srcOrd="1" destOrd="0" parTransId="{433CFE67-EA46-477C-B6F4-423BA97BA060}" sibTransId="{F6BB63DE-4D4B-426A-AD29-7421993E955F}"/>
    <dgm:cxn modelId="{2556F963-FFDB-4FB0-A77E-10663E1C7D36}" type="presOf" srcId="{703F3F28-4E52-42A0-BB35-C18D78BCBD3B}" destId="{C73D71E8-A80B-47F4-BD5B-241032EB136C}" srcOrd="0" destOrd="0" presId="urn:microsoft.com/office/officeart/2005/8/layout/hierarchy3"/>
    <dgm:cxn modelId="{77B8B052-095E-4422-87BF-D365533547B1}" type="presOf" srcId="{7A277D8C-A341-4606-A8A4-48B082BD5919}" destId="{4FBC3A28-65F7-4797-8AEC-FAF9C6E51F28}" srcOrd="0" destOrd="0" presId="urn:microsoft.com/office/officeart/2005/8/layout/hierarchy3"/>
    <dgm:cxn modelId="{E330AD94-5E70-4539-AB84-B9C300E2E8DE}" type="presOf" srcId="{AC32F30D-AA5C-4218-8DF8-3E96FAAE94A8}" destId="{5DA7ACFA-7540-4D5E-9146-D4CEFAF2543A}" srcOrd="0" destOrd="0" presId="urn:microsoft.com/office/officeart/2005/8/layout/hierarchy3"/>
    <dgm:cxn modelId="{34CB36AF-321C-41F0-B05E-7032E9DF553D}" type="presOf" srcId="{703F3F28-4E52-42A0-BB35-C18D78BCBD3B}" destId="{396CD4B4-6D41-492E-8F8C-0C9978597D02}" srcOrd="1" destOrd="0" presId="urn:microsoft.com/office/officeart/2005/8/layout/hierarchy3"/>
    <dgm:cxn modelId="{509DC4B7-75CA-43D4-868E-B3483D400CAB}" type="presOf" srcId="{172261EA-2B4A-431D-BD33-336F719B2810}" destId="{457F0E6F-3841-4C8D-ADC6-7AEC29050807}" srcOrd="0" destOrd="0" presId="urn:microsoft.com/office/officeart/2005/8/layout/hierarchy3"/>
    <dgm:cxn modelId="{4B65A8BB-F426-45FF-A98E-0AE5AD6F67AE}" type="presOf" srcId="{864919E8-C913-4468-95C0-54E16AB05AD4}" destId="{B59416F5-6947-4FAF-B16A-F45A3C4B24F1}" srcOrd="0" destOrd="0" presId="urn:microsoft.com/office/officeart/2005/8/layout/hierarchy3"/>
    <dgm:cxn modelId="{992DFEBE-68D2-486E-BB20-1EC2C0254987}" srcId="{864919E8-C913-4468-95C0-54E16AB05AD4}" destId="{7A277D8C-A341-4606-A8A4-48B082BD5919}" srcOrd="0" destOrd="0" parTransId="{172261EA-2B4A-431D-BD33-336F719B2810}" sibTransId="{5B8F0A1A-2AB2-4C17-8B9D-4B2253CB4499}"/>
    <dgm:cxn modelId="{3BE538D5-AA88-49D0-BC5D-46F8CE24089E}" type="presOf" srcId="{864919E8-C913-4468-95C0-54E16AB05AD4}" destId="{2B337835-8934-4E0B-88AA-AC509123E96C}" srcOrd="1" destOrd="0" presId="urn:microsoft.com/office/officeart/2005/8/layout/hierarchy3"/>
    <dgm:cxn modelId="{A00D47EE-3D9B-498B-A8D8-ADCF1802DF9C}" type="presOf" srcId="{D75411A6-55FA-45C7-9E4C-ECBD5B2A44D6}" destId="{0FC2A544-D19E-46B9-B914-5E2044E56D51}" srcOrd="0" destOrd="0" presId="urn:microsoft.com/office/officeart/2005/8/layout/hierarchy3"/>
    <dgm:cxn modelId="{F085D3F7-B469-4074-8333-B3C2128B4760}" type="presOf" srcId="{8B45F0C0-1F9A-463D-A8DC-8356B92725F8}" destId="{54CB1A6B-76B3-4ECF-9C9F-A7CD209C87B4}" srcOrd="0" destOrd="0" presId="urn:microsoft.com/office/officeart/2005/8/layout/hierarchy3"/>
    <dgm:cxn modelId="{9778C1FD-47AF-4282-863E-3F3FCF280381}" srcId="{703F3F28-4E52-42A0-BB35-C18D78BCBD3B}" destId="{8B45F0C0-1F9A-463D-A8DC-8356B92725F8}" srcOrd="0" destOrd="0" parTransId="{74ECFBBF-C124-4335-9F51-4269C080E9BD}" sibTransId="{4DA4FA8F-DA69-43B2-BE62-4EEEAC2E102E}"/>
    <dgm:cxn modelId="{E0FFBFFE-987C-4B21-B9E7-C1D546EF9E1E}" srcId="{864919E8-C913-4468-95C0-54E16AB05AD4}" destId="{5843AFA0-4E0A-4D7A-AA3C-7BC88D55FBFA}" srcOrd="1" destOrd="0" parTransId="{B41B92F2-186E-454D-9D0A-947DC951E185}" sibTransId="{07310D3E-A097-4F4F-888E-3923D47B119B}"/>
    <dgm:cxn modelId="{26DE0067-D45F-4E6A-AD7E-9A2E8C9C7A8E}" type="presParOf" srcId="{5DA7ACFA-7540-4D5E-9146-D4CEFAF2543A}" destId="{91F199B0-0143-4FF9-8B95-2614A03B6A1A}" srcOrd="0" destOrd="0" presId="urn:microsoft.com/office/officeart/2005/8/layout/hierarchy3"/>
    <dgm:cxn modelId="{2DDCCC96-05D6-4719-851A-9B7D2D2703C1}" type="presParOf" srcId="{91F199B0-0143-4FF9-8B95-2614A03B6A1A}" destId="{5783ED08-7DC6-4D7E-A145-19F00CEB8C92}" srcOrd="0" destOrd="0" presId="urn:microsoft.com/office/officeart/2005/8/layout/hierarchy3"/>
    <dgm:cxn modelId="{1419D7E1-33CD-4BAA-A63B-DCEB53B3EBA1}" type="presParOf" srcId="{5783ED08-7DC6-4D7E-A145-19F00CEB8C92}" destId="{C73D71E8-A80B-47F4-BD5B-241032EB136C}" srcOrd="0" destOrd="0" presId="urn:microsoft.com/office/officeart/2005/8/layout/hierarchy3"/>
    <dgm:cxn modelId="{1BDF2B39-018A-493C-B76A-9FE4EC35AF35}" type="presParOf" srcId="{5783ED08-7DC6-4D7E-A145-19F00CEB8C92}" destId="{396CD4B4-6D41-492E-8F8C-0C9978597D02}" srcOrd="1" destOrd="0" presId="urn:microsoft.com/office/officeart/2005/8/layout/hierarchy3"/>
    <dgm:cxn modelId="{826BF677-3CF7-47E9-8BDF-990DB98FCC33}" type="presParOf" srcId="{91F199B0-0143-4FF9-8B95-2614A03B6A1A}" destId="{05D5A4EA-0852-4009-8B73-05C1FDEDBEF1}" srcOrd="1" destOrd="0" presId="urn:microsoft.com/office/officeart/2005/8/layout/hierarchy3"/>
    <dgm:cxn modelId="{1CA0DCBF-0374-4DB7-9825-F4805AE4F86B}" type="presParOf" srcId="{05D5A4EA-0852-4009-8B73-05C1FDEDBEF1}" destId="{AFCC3F54-C459-4F66-907A-0716639F4377}" srcOrd="0" destOrd="0" presId="urn:microsoft.com/office/officeart/2005/8/layout/hierarchy3"/>
    <dgm:cxn modelId="{3B73607A-50B3-452C-9998-04AC673384C0}" type="presParOf" srcId="{05D5A4EA-0852-4009-8B73-05C1FDEDBEF1}" destId="{54CB1A6B-76B3-4ECF-9C9F-A7CD209C87B4}" srcOrd="1" destOrd="0" presId="urn:microsoft.com/office/officeart/2005/8/layout/hierarchy3"/>
    <dgm:cxn modelId="{FB93274F-5515-42BC-AB61-51B7E7EEDB60}" type="presParOf" srcId="{05D5A4EA-0852-4009-8B73-05C1FDEDBEF1}" destId="{1F284864-8A74-4886-9E8E-1FE24306C7AD}" srcOrd="2" destOrd="0" presId="urn:microsoft.com/office/officeart/2005/8/layout/hierarchy3"/>
    <dgm:cxn modelId="{D2047890-2FE7-4410-A491-41F640235735}" type="presParOf" srcId="{05D5A4EA-0852-4009-8B73-05C1FDEDBEF1}" destId="{0FC2A544-D19E-46B9-B914-5E2044E56D51}" srcOrd="3" destOrd="0" presId="urn:microsoft.com/office/officeart/2005/8/layout/hierarchy3"/>
    <dgm:cxn modelId="{A2F8E7E2-B046-4DAE-9557-6693C517246F}" type="presParOf" srcId="{5DA7ACFA-7540-4D5E-9146-D4CEFAF2543A}" destId="{A5295D1E-DB53-48D4-91A6-DF3106F46D5A}" srcOrd="1" destOrd="0" presId="urn:microsoft.com/office/officeart/2005/8/layout/hierarchy3"/>
    <dgm:cxn modelId="{8592F920-5B59-42B6-BD21-ABF78C3250E7}" type="presParOf" srcId="{A5295D1E-DB53-48D4-91A6-DF3106F46D5A}" destId="{FB178D6D-76D1-4448-93FE-6A022BAEFB30}" srcOrd="0" destOrd="0" presId="urn:microsoft.com/office/officeart/2005/8/layout/hierarchy3"/>
    <dgm:cxn modelId="{26F646D7-1894-4B38-BD45-6A52D4B3C8BB}" type="presParOf" srcId="{FB178D6D-76D1-4448-93FE-6A022BAEFB30}" destId="{B59416F5-6947-4FAF-B16A-F45A3C4B24F1}" srcOrd="0" destOrd="0" presId="urn:microsoft.com/office/officeart/2005/8/layout/hierarchy3"/>
    <dgm:cxn modelId="{F3CE7C91-411E-49B0-8847-C46F61B4BC73}" type="presParOf" srcId="{FB178D6D-76D1-4448-93FE-6A022BAEFB30}" destId="{2B337835-8934-4E0B-88AA-AC509123E96C}" srcOrd="1" destOrd="0" presId="urn:microsoft.com/office/officeart/2005/8/layout/hierarchy3"/>
    <dgm:cxn modelId="{5FE91084-C1D5-41D9-A7F5-64F9BC3C4E66}" type="presParOf" srcId="{A5295D1E-DB53-48D4-91A6-DF3106F46D5A}" destId="{F2DC0AAE-28DC-49CD-A78C-524D2340EDA7}" srcOrd="1" destOrd="0" presId="urn:microsoft.com/office/officeart/2005/8/layout/hierarchy3"/>
    <dgm:cxn modelId="{D7911357-8700-4804-A191-203BBA546D7E}" type="presParOf" srcId="{F2DC0AAE-28DC-49CD-A78C-524D2340EDA7}" destId="{457F0E6F-3841-4C8D-ADC6-7AEC29050807}" srcOrd="0" destOrd="0" presId="urn:microsoft.com/office/officeart/2005/8/layout/hierarchy3"/>
    <dgm:cxn modelId="{33F1EC61-85AE-4E90-A7BB-57B897BB0A3F}" type="presParOf" srcId="{F2DC0AAE-28DC-49CD-A78C-524D2340EDA7}" destId="{4FBC3A28-65F7-4797-8AEC-FAF9C6E51F28}" srcOrd="1" destOrd="0" presId="urn:microsoft.com/office/officeart/2005/8/layout/hierarchy3"/>
    <dgm:cxn modelId="{BA5077C2-9FF4-4604-B752-B0790BAC09E8}" type="presParOf" srcId="{F2DC0AAE-28DC-49CD-A78C-524D2340EDA7}" destId="{C5BB1124-CE6E-4234-8A0C-79B0C347AF5D}" srcOrd="2" destOrd="0" presId="urn:microsoft.com/office/officeart/2005/8/layout/hierarchy3"/>
    <dgm:cxn modelId="{7CEF0B94-AC53-418C-B9D7-41BA291FFE8E}" type="presParOf" srcId="{F2DC0AAE-28DC-49CD-A78C-524D2340EDA7}" destId="{B9BA9401-E8F8-4A6D-85DD-4B9A3ED810E6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C6A7E9-D67C-4856-917A-8AE88DD84AC2}" type="doc">
      <dgm:prSet loTypeId="urn:microsoft.com/office/officeart/2008/layout/BendingPictureCaption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A2EDA7C-4C4E-49EE-87B8-01772B32ED77}">
      <dgm:prSet phldrT="[Texte]"/>
      <dgm:spPr/>
      <dgm:t>
        <a:bodyPr/>
        <a:lstStyle/>
        <a:p>
          <a:r>
            <a:rPr lang="fr-FR" dirty="0"/>
            <a:t>Dendrogramme</a:t>
          </a:r>
        </a:p>
      </dgm:t>
    </dgm:pt>
    <dgm:pt modelId="{832113FA-AEEE-4120-ADFC-B3134FE1B60A}" type="parTrans" cxnId="{FBCCC1CF-DF8B-4138-B12D-662996F4FF13}">
      <dgm:prSet/>
      <dgm:spPr/>
      <dgm:t>
        <a:bodyPr/>
        <a:lstStyle/>
        <a:p>
          <a:endParaRPr lang="fr-FR"/>
        </a:p>
      </dgm:t>
    </dgm:pt>
    <dgm:pt modelId="{07444998-4117-465A-BABB-455005D9AFD3}" type="sibTrans" cxnId="{FBCCC1CF-DF8B-4138-B12D-662996F4FF13}">
      <dgm:prSet/>
      <dgm:spPr/>
      <dgm:t>
        <a:bodyPr/>
        <a:lstStyle/>
        <a:p>
          <a:endParaRPr lang="fr-FR"/>
        </a:p>
      </dgm:t>
    </dgm:pt>
    <dgm:pt modelId="{D6B390AD-062B-4CDC-AE6A-72F1123D5A23}">
      <dgm:prSet phldrT="[Texte]"/>
      <dgm:spPr/>
      <dgm:t>
        <a:bodyPr/>
        <a:lstStyle/>
        <a:p>
          <a:r>
            <a:rPr lang="fr-FR" dirty="0"/>
            <a:t>Découpage  5 clusters</a:t>
          </a:r>
        </a:p>
      </dgm:t>
    </dgm:pt>
    <dgm:pt modelId="{E3553E5F-AE59-48CF-BC4E-8ADA1E5CE033}" type="parTrans" cxnId="{CC49BDEB-524D-4EBA-AEE8-0E655D0B8693}">
      <dgm:prSet/>
      <dgm:spPr/>
      <dgm:t>
        <a:bodyPr/>
        <a:lstStyle/>
        <a:p>
          <a:endParaRPr lang="fr-FR"/>
        </a:p>
      </dgm:t>
    </dgm:pt>
    <dgm:pt modelId="{0E8C0357-18D4-4A43-96E2-CFD753B7A858}" type="sibTrans" cxnId="{CC49BDEB-524D-4EBA-AEE8-0E655D0B8693}">
      <dgm:prSet/>
      <dgm:spPr/>
      <dgm:t>
        <a:bodyPr/>
        <a:lstStyle/>
        <a:p>
          <a:endParaRPr lang="fr-FR"/>
        </a:p>
      </dgm:t>
    </dgm:pt>
    <dgm:pt modelId="{E07C9253-2D6D-49F6-972D-0F5F2F341EB0}" type="pres">
      <dgm:prSet presAssocID="{DCC6A7E9-D67C-4856-917A-8AE88DD84AC2}" presName="diagram" presStyleCnt="0">
        <dgm:presLayoutVars>
          <dgm:dir/>
        </dgm:presLayoutVars>
      </dgm:prSet>
      <dgm:spPr/>
    </dgm:pt>
    <dgm:pt modelId="{2BCACF94-1A93-4C02-AB80-043A1DA6A370}" type="pres">
      <dgm:prSet presAssocID="{CA2EDA7C-4C4E-49EE-87B8-01772B32ED77}" presName="composite" presStyleCnt="0"/>
      <dgm:spPr/>
    </dgm:pt>
    <dgm:pt modelId="{DF925F1C-028D-4F49-811E-9AE1F6DCB081}" type="pres">
      <dgm:prSet presAssocID="{CA2EDA7C-4C4E-49EE-87B8-01772B32ED77}" presName="Image" presStyleLbl="bgShp" presStyleIdx="0" presStyleCnt="2" custLinFactNeighborX="4618" custLinFactNeighborY="-14663"/>
      <dgm:spPr>
        <a:blipFill rotWithShape="1">
          <a:blip xmlns:r="http://schemas.openxmlformats.org/officeDocument/2006/relationships" r:embed="rId1"/>
          <a:srcRect/>
          <a:stretch>
            <a:fillRect t="-8000" b="-8000"/>
          </a:stretch>
        </a:blipFill>
      </dgm:spPr>
    </dgm:pt>
    <dgm:pt modelId="{9B13CBF6-07B5-4AC7-9481-A1C8F2934FDA}" type="pres">
      <dgm:prSet presAssocID="{CA2EDA7C-4C4E-49EE-87B8-01772B32ED77}" presName="Parent" presStyleLbl="node0" presStyleIdx="0" presStyleCnt="2" custLinFactNeighborX="-9038" custLinFactNeighborY="41861">
        <dgm:presLayoutVars>
          <dgm:bulletEnabled val="1"/>
        </dgm:presLayoutVars>
      </dgm:prSet>
      <dgm:spPr/>
    </dgm:pt>
    <dgm:pt modelId="{0AB3DEF5-02C9-45F2-A843-8D25DD1821DB}" type="pres">
      <dgm:prSet presAssocID="{07444998-4117-465A-BABB-455005D9AFD3}" presName="sibTrans" presStyleCnt="0"/>
      <dgm:spPr/>
    </dgm:pt>
    <dgm:pt modelId="{83ECDC59-56A6-4072-BF93-4983C7E8EC45}" type="pres">
      <dgm:prSet presAssocID="{D6B390AD-062B-4CDC-AE6A-72F1123D5A23}" presName="composite" presStyleCnt="0"/>
      <dgm:spPr/>
    </dgm:pt>
    <dgm:pt modelId="{7DE1FE51-8D17-47DA-8DCC-DB9D3E949267}" type="pres">
      <dgm:prSet presAssocID="{D6B390AD-062B-4CDC-AE6A-72F1123D5A23}" presName="Image" presStyleLbl="bgShp" presStyleIdx="1" presStyleCnt="2" custLinFactNeighborX="6411" custLinFactNeighborY="-18053"/>
      <dgm:spPr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</dgm:spPr>
    </dgm:pt>
    <dgm:pt modelId="{A105F4A1-3274-4750-B2F6-A91224418243}" type="pres">
      <dgm:prSet presAssocID="{D6B390AD-062B-4CDC-AE6A-72F1123D5A23}" presName="Parent" presStyleLbl="node0" presStyleIdx="1" presStyleCnt="2" custLinFactNeighborX="-8229" custLinFactNeighborY="34427">
        <dgm:presLayoutVars>
          <dgm:bulletEnabled val="1"/>
        </dgm:presLayoutVars>
      </dgm:prSet>
      <dgm:spPr/>
    </dgm:pt>
  </dgm:ptLst>
  <dgm:cxnLst>
    <dgm:cxn modelId="{D391E51E-7F84-4DE2-8E90-04DBA84B2201}" type="presOf" srcId="{D6B390AD-062B-4CDC-AE6A-72F1123D5A23}" destId="{A105F4A1-3274-4750-B2F6-A91224418243}" srcOrd="0" destOrd="0" presId="urn:microsoft.com/office/officeart/2008/layout/BendingPictureCaption"/>
    <dgm:cxn modelId="{59C41C95-753D-4B50-B4B6-85124EDF3295}" type="presOf" srcId="{DCC6A7E9-D67C-4856-917A-8AE88DD84AC2}" destId="{E07C9253-2D6D-49F6-972D-0F5F2F341EB0}" srcOrd="0" destOrd="0" presId="urn:microsoft.com/office/officeart/2008/layout/BendingPictureCaption"/>
    <dgm:cxn modelId="{FBCCC1CF-DF8B-4138-B12D-662996F4FF13}" srcId="{DCC6A7E9-D67C-4856-917A-8AE88DD84AC2}" destId="{CA2EDA7C-4C4E-49EE-87B8-01772B32ED77}" srcOrd="0" destOrd="0" parTransId="{832113FA-AEEE-4120-ADFC-B3134FE1B60A}" sibTransId="{07444998-4117-465A-BABB-455005D9AFD3}"/>
    <dgm:cxn modelId="{CC49BDEB-524D-4EBA-AEE8-0E655D0B8693}" srcId="{DCC6A7E9-D67C-4856-917A-8AE88DD84AC2}" destId="{D6B390AD-062B-4CDC-AE6A-72F1123D5A23}" srcOrd="1" destOrd="0" parTransId="{E3553E5F-AE59-48CF-BC4E-8ADA1E5CE033}" sibTransId="{0E8C0357-18D4-4A43-96E2-CFD753B7A858}"/>
    <dgm:cxn modelId="{2CA1E9F9-B337-4987-BE57-385EE5097B3F}" type="presOf" srcId="{CA2EDA7C-4C4E-49EE-87B8-01772B32ED77}" destId="{9B13CBF6-07B5-4AC7-9481-A1C8F2934FDA}" srcOrd="0" destOrd="0" presId="urn:microsoft.com/office/officeart/2008/layout/BendingPictureCaption"/>
    <dgm:cxn modelId="{88890EA2-0854-4B29-AEB9-8FEA46CAAE54}" type="presParOf" srcId="{E07C9253-2D6D-49F6-972D-0F5F2F341EB0}" destId="{2BCACF94-1A93-4C02-AB80-043A1DA6A370}" srcOrd="0" destOrd="0" presId="urn:microsoft.com/office/officeart/2008/layout/BendingPictureCaption"/>
    <dgm:cxn modelId="{20890734-CA56-48CD-8D8C-2CAF6746492C}" type="presParOf" srcId="{2BCACF94-1A93-4C02-AB80-043A1DA6A370}" destId="{DF925F1C-028D-4F49-811E-9AE1F6DCB081}" srcOrd="0" destOrd="0" presId="urn:microsoft.com/office/officeart/2008/layout/BendingPictureCaption"/>
    <dgm:cxn modelId="{EBE02300-6A3E-46D7-AF4A-4985C39B83B0}" type="presParOf" srcId="{2BCACF94-1A93-4C02-AB80-043A1DA6A370}" destId="{9B13CBF6-07B5-4AC7-9481-A1C8F2934FDA}" srcOrd="1" destOrd="0" presId="urn:microsoft.com/office/officeart/2008/layout/BendingPictureCaption"/>
    <dgm:cxn modelId="{6654E9F9-D6AB-44DB-A8C2-52504000F63A}" type="presParOf" srcId="{E07C9253-2D6D-49F6-972D-0F5F2F341EB0}" destId="{0AB3DEF5-02C9-45F2-A843-8D25DD1821DB}" srcOrd="1" destOrd="0" presId="urn:microsoft.com/office/officeart/2008/layout/BendingPictureCaption"/>
    <dgm:cxn modelId="{9DB97D90-C1AF-4E45-8640-6CCC6C9C3EB5}" type="presParOf" srcId="{E07C9253-2D6D-49F6-972D-0F5F2F341EB0}" destId="{83ECDC59-56A6-4072-BF93-4983C7E8EC45}" srcOrd="2" destOrd="0" presId="urn:microsoft.com/office/officeart/2008/layout/BendingPictureCaption"/>
    <dgm:cxn modelId="{25D92491-3B6F-434F-80E6-09BC62599DCF}" type="presParOf" srcId="{83ECDC59-56A6-4072-BF93-4983C7E8EC45}" destId="{7DE1FE51-8D17-47DA-8DCC-DB9D3E949267}" srcOrd="0" destOrd="0" presId="urn:microsoft.com/office/officeart/2008/layout/BendingPictureCaption"/>
    <dgm:cxn modelId="{4523ABAF-26C8-4577-BF83-1AAB6EA5CCA3}" type="presParOf" srcId="{83ECDC59-56A6-4072-BF93-4983C7E8EC45}" destId="{A105F4A1-3274-4750-B2F6-A91224418243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BBE498-58DB-48B8-9A5E-A609B116A731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9FD94BD-52FF-4FC4-8DD1-875A34E591C4}">
      <dgm:prSet phldrT="[Texte]" custT="1"/>
      <dgm:spPr/>
      <dgm:t>
        <a:bodyPr/>
        <a:lstStyle/>
        <a:p>
          <a:r>
            <a:rPr lang="fr-FR" sz="1400" dirty="0">
              <a:latin typeface="Arial" panose="020B0604020202020204" pitchFamily="34" charset="0"/>
              <a:cs typeface="Arial" panose="020B0604020202020204" pitchFamily="34" charset="0"/>
            </a:rPr>
            <a:t>Coude (distance moyenne entre les points et leurs centroïdes respectives au carré)</a:t>
          </a:r>
        </a:p>
      </dgm:t>
    </dgm:pt>
    <dgm:pt modelId="{0C0881E0-E163-40D3-8143-E61A09CD9D20}" type="parTrans" cxnId="{01A79095-8EBB-4DB8-8418-5B007079BE3C}">
      <dgm:prSet/>
      <dgm:spPr/>
      <dgm:t>
        <a:bodyPr/>
        <a:lstStyle/>
        <a:p>
          <a:endParaRPr lang="fr-FR"/>
        </a:p>
      </dgm:t>
    </dgm:pt>
    <dgm:pt modelId="{98B526F0-B451-4CCC-8E63-7C43085D9D21}" type="sibTrans" cxnId="{01A79095-8EBB-4DB8-8418-5B007079BE3C}">
      <dgm:prSet/>
      <dgm:spPr/>
      <dgm:t>
        <a:bodyPr/>
        <a:lstStyle/>
        <a:p>
          <a:endParaRPr lang="fr-FR"/>
        </a:p>
      </dgm:t>
    </dgm:pt>
    <dgm:pt modelId="{423848C0-3717-4136-8735-2036939F3696}">
      <dgm:prSet phldrT="[Texte]"/>
      <dgm:spPr/>
      <dgm:t>
        <a:bodyPr/>
        <a:lstStyle/>
        <a:p>
          <a:r>
            <a:rPr lang="fr-FR" dirty="0"/>
            <a:t>Dans cette utilisation:</a:t>
          </a:r>
        </a:p>
        <a:p>
          <a:endParaRPr lang="fr-FR" dirty="0"/>
        </a:p>
        <a:p>
          <a:r>
            <a:rPr lang="fr-FR" dirty="0"/>
            <a:t>3 groupes</a:t>
          </a:r>
        </a:p>
        <a:p>
          <a:endParaRPr lang="fr-FR" dirty="0"/>
        </a:p>
        <a:p>
          <a:r>
            <a:rPr lang="fr-FR" dirty="0"/>
            <a:t>5 groupes</a:t>
          </a:r>
        </a:p>
        <a:p>
          <a:endParaRPr lang="fr-FR" dirty="0"/>
        </a:p>
        <a:p>
          <a:r>
            <a:rPr lang="fr-FR" dirty="0"/>
            <a:t>7 groupes</a:t>
          </a:r>
        </a:p>
        <a:p>
          <a:endParaRPr lang="fr-FR" dirty="0"/>
        </a:p>
      </dgm:t>
    </dgm:pt>
    <dgm:pt modelId="{91BA2101-7E1B-49ED-952D-24AEAA1E0EF4}" type="parTrans" cxnId="{F06AC515-33F2-44CB-858C-28DF652F95C1}">
      <dgm:prSet/>
      <dgm:spPr/>
      <dgm:t>
        <a:bodyPr/>
        <a:lstStyle/>
        <a:p>
          <a:endParaRPr lang="fr-FR"/>
        </a:p>
      </dgm:t>
    </dgm:pt>
    <dgm:pt modelId="{CD377885-011F-4657-B73E-F1B7165A6BA1}" type="sibTrans" cxnId="{F06AC515-33F2-44CB-858C-28DF652F95C1}">
      <dgm:prSet/>
      <dgm:spPr/>
      <dgm:t>
        <a:bodyPr/>
        <a:lstStyle/>
        <a:p>
          <a:endParaRPr lang="fr-FR"/>
        </a:p>
      </dgm:t>
    </dgm:pt>
    <dgm:pt modelId="{917FCE61-5ACB-4747-9137-617DE14000C1}" type="pres">
      <dgm:prSet presAssocID="{55BBE498-58DB-48B8-9A5E-A609B116A731}" presName="Name0" presStyleCnt="0">
        <dgm:presLayoutVars>
          <dgm:chMax/>
          <dgm:chPref/>
          <dgm:dir/>
          <dgm:animLvl val="lvl"/>
        </dgm:presLayoutVars>
      </dgm:prSet>
      <dgm:spPr/>
    </dgm:pt>
    <dgm:pt modelId="{3CC0DDBC-77B9-42E9-92D6-43531FBD9334}" type="pres">
      <dgm:prSet presAssocID="{79FD94BD-52FF-4FC4-8DD1-875A34E591C4}" presName="composite" presStyleCnt="0"/>
      <dgm:spPr/>
    </dgm:pt>
    <dgm:pt modelId="{BF46B9D4-385C-4025-9129-87923D7E369E}" type="pres">
      <dgm:prSet presAssocID="{79FD94BD-52FF-4FC4-8DD1-875A34E591C4}" presName="ParentAccentShape" presStyleLbl="trBgShp" presStyleIdx="0" presStyleCnt="2" custLinFactNeighborX="-21181" custLinFactNeighborY="-12922"/>
      <dgm:spPr>
        <a:solidFill>
          <a:schemeClr val="accent1">
            <a:alpha val="40000"/>
          </a:schemeClr>
        </a:solidFill>
        <a:ln>
          <a:noFill/>
        </a:ln>
      </dgm:spPr>
    </dgm:pt>
    <dgm:pt modelId="{EE32C4D4-D946-4BE9-8112-0124E09F1B89}" type="pres">
      <dgm:prSet presAssocID="{79FD94BD-52FF-4FC4-8DD1-875A34E591C4}" presName="ParentText" presStyleLbl="revTx" presStyleIdx="0" presStyleCnt="2" custScaleX="175303" custLinFactY="31816" custLinFactNeighborX="-305" custLinFactNeighborY="100000">
        <dgm:presLayoutVars>
          <dgm:chMax val="1"/>
          <dgm:chPref val="1"/>
          <dgm:bulletEnabled val="1"/>
        </dgm:presLayoutVars>
      </dgm:prSet>
      <dgm:spPr/>
    </dgm:pt>
    <dgm:pt modelId="{D3629DCA-5A3E-47CF-B13B-1D8B5A382E4F}" type="pres">
      <dgm:prSet presAssocID="{79FD94BD-52FF-4FC4-8DD1-875A34E591C4}" presName="ChildText" presStyleLbl="revTx" presStyleIdx="1" presStyleCnt="2" custLinFactNeighborX="-22987" custLinFactNeighborY="-13845">
        <dgm:presLayoutVars>
          <dgm:chMax val="0"/>
          <dgm:chPref val="0"/>
        </dgm:presLayoutVars>
      </dgm:prSet>
      <dgm:spPr/>
    </dgm:pt>
    <dgm:pt modelId="{F7719F28-4DD5-498B-B9BC-A9FC8A483C33}" type="pres">
      <dgm:prSet presAssocID="{79FD94BD-52FF-4FC4-8DD1-875A34E591C4}" presName="ChildAccentShape" presStyleLbl="trBgShp" presStyleIdx="1" presStyleCnt="2"/>
      <dgm:spPr>
        <a:solidFill>
          <a:schemeClr val="accent1">
            <a:alpha val="40000"/>
          </a:schemeClr>
        </a:solidFill>
      </dgm:spPr>
    </dgm:pt>
    <dgm:pt modelId="{3BB26DFF-3C4F-43FD-A9E4-B1CD0DD40818}" type="pres">
      <dgm:prSet presAssocID="{79FD94BD-52FF-4FC4-8DD1-875A34E591C4}" presName="Image" presStyleLbl="alignImgPlace1" presStyleIdx="0" presStyleCnt="1" custLinFactNeighborX="-21696" custLinFactNeighborY="836"/>
      <dgm:spPr>
        <a:blipFill rotWithShape="1">
          <a:blip xmlns:r="http://schemas.openxmlformats.org/officeDocument/2006/relationships" r:embed="rId1"/>
          <a:srcRect/>
          <a:stretch>
            <a:fillRect t="-3000" b="-3000"/>
          </a:stretch>
        </a:blipFill>
      </dgm:spPr>
    </dgm:pt>
  </dgm:ptLst>
  <dgm:cxnLst>
    <dgm:cxn modelId="{AAFF780F-5DB8-44CE-8504-1A255AA30C25}" type="presOf" srcId="{55BBE498-58DB-48B8-9A5E-A609B116A731}" destId="{917FCE61-5ACB-4747-9137-617DE14000C1}" srcOrd="0" destOrd="0" presId="urn:microsoft.com/office/officeart/2009/3/layout/SnapshotPictureList"/>
    <dgm:cxn modelId="{F06AC515-33F2-44CB-858C-28DF652F95C1}" srcId="{79FD94BD-52FF-4FC4-8DD1-875A34E591C4}" destId="{423848C0-3717-4136-8735-2036939F3696}" srcOrd="0" destOrd="0" parTransId="{91BA2101-7E1B-49ED-952D-24AEAA1E0EF4}" sibTransId="{CD377885-011F-4657-B73E-F1B7165A6BA1}"/>
    <dgm:cxn modelId="{CEC6ED2C-D076-4596-B297-FA688B480EAC}" type="presOf" srcId="{79FD94BD-52FF-4FC4-8DD1-875A34E591C4}" destId="{EE32C4D4-D946-4BE9-8112-0124E09F1B89}" srcOrd="0" destOrd="0" presId="urn:microsoft.com/office/officeart/2009/3/layout/SnapshotPictureList"/>
    <dgm:cxn modelId="{01A79095-8EBB-4DB8-8418-5B007079BE3C}" srcId="{55BBE498-58DB-48B8-9A5E-A609B116A731}" destId="{79FD94BD-52FF-4FC4-8DD1-875A34E591C4}" srcOrd="0" destOrd="0" parTransId="{0C0881E0-E163-40D3-8143-E61A09CD9D20}" sibTransId="{98B526F0-B451-4CCC-8E63-7C43085D9D21}"/>
    <dgm:cxn modelId="{10C8F6C3-66B0-4289-A9A2-8DD4DB049975}" type="presOf" srcId="{423848C0-3717-4136-8735-2036939F3696}" destId="{D3629DCA-5A3E-47CF-B13B-1D8B5A382E4F}" srcOrd="0" destOrd="0" presId="urn:microsoft.com/office/officeart/2009/3/layout/SnapshotPictureList"/>
    <dgm:cxn modelId="{190B5EE1-DE9D-4F2D-A0DE-AAE77ECB75C4}" type="presParOf" srcId="{917FCE61-5ACB-4747-9137-617DE14000C1}" destId="{3CC0DDBC-77B9-42E9-92D6-43531FBD9334}" srcOrd="0" destOrd="0" presId="urn:microsoft.com/office/officeart/2009/3/layout/SnapshotPictureList"/>
    <dgm:cxn modelId="{A4B0C72B-AF62-4892-942D-C8AA9A1F81C0}" type="presParOf" srcId="{3CC0DDBC-77B9-42E9-92D6-43531FBD9334}" destId="{BF46B9D4-385C-4025-9129-87923D7E369E}" srcOrd="0" destOrd="0" presId="urn:microsoft.com/office/officeart/2009/3/layout/SnapshotPictureList"/>
    <dgm:cxn modelId="{31444B88-DA39-4DF0-B92B-0230870DD1A8}" type="presParOf" srcId="{3CC0DDBC-77B9-42E9-92D6-43531FBD9334}" destId="{EE32C4D4-D946-4BE9-8112-0124E09F1B89}" srcOrd="1" destOrd="0" presId="urn:microsoft.com/office/officeart/2009/3/layout/SnapshotPictureList"/>
    <dgm:cxn modelId="{B271E169-2C06-4E6E-AE0B-35042136B113}" type="presParOf" srcId="{3CC0DDBC-77B9-42E9-92D6-43531FBD9334}" destId="{D3629DCA-5A3E-47CF-B13B-1D8B5A382E4F}" srcOrd="2" destOrd="0" presId="urn:microsoft.com/office/officeart/2009/3/layout/SnapshotPictureList"/>
    <dgm:cxn modelId="{08FA2199-9700-4583-90C7-BF3CD416F066}" type="presParOf" srcId="{3CC0DDBC-77B9-42E9-92D6-43531FBD9334}" destId="{F7719F28-4DD5-498B-B9BC-A9FC8A483C33}" srcOrd="3" destOrd="0" presId="urn:microsoft.com/office/officeart/2009/3/layout/SnapshotPictureList"/>
    <dgm:cxn modelId="{BDD1B60E-316D-4B3A-8A23-828EAA1F6547}" type="presParOf" srcId="{3CC0DDBC-77B9-42E9-92D6-43531FBD9334}" destId="{3BB26DFF-3C4F-43FD-A9E4-B1CD0DD40818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CE2036-8544-425C-9261-78577BD239E7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A9E05FE-B234-4176-85E4-34249DD0EBAF}">
      <dgm:prSet phldrT="[Texte]" custT="1"/>
      <dgm:spPr/>
      <dgm:t>
        <a:bodyPr/>
        <a:lstStyle/>
        <a:p>
          <a:r>
            <a:rPr lang="fr-FR" sz="1400" dirty="0">
              <a:latin typeface="Arial" panose="020B0604020202020204" pitchFamily="34" charset="0"/>
              <a:cs typeface="Arial" panose="020B0604020202020204" pitchFamily="34" charset="0"/>
            </a:rPr>
            <a:t>Silhouette (une mesure de la similitude d’un point de données à l’intérieur d’un groupe par rapport à d’autres groupes)</a:t>
          </a:r>
        </a:p>
      </dgm:t>
    </dgm:pt>
    <dgm:pt modelId="{4AC14885-F6E6-45E0-BE67-0AD1A4F5AD70}" type="parTrans" cxnId="{0676AC7D-B901-48B1-8B9D-D30FD432BA84}">
      <dgm:prSet/>
      <dgm:spPr/>
      <dgm:t>
        <a:bodyPr/>
        <a:lstStyle/>
        <a:p>
          <a:endParaRPr lang="fr-FR"/>
        </a:p>
      </dgm:t>
    </dgm:pt>
    <dgm:pt modelId="{00A124D8-8A7F-4B8F-99D0-3B46DFEC08F4}" type="sibTrans" cxnId="{0676AC7D-B901-48B1-8B9D-D30FD432BA84}">
      <dgm:prSet/>
      <dgm:spPr/>
      <dgm:t>
        <a:bodyPr/>
        <a:lstStyle/>
        <a:p>
          <a:endParaRPr lang="fr-FR"/>
        </a:p>
      </dgm:t>
    </dgm:pt>
    <dgm:pt modelId="{3E7838E7-75A3-4E6E-B266-B32BD2A8173F}">
      <dgm:prSet phldrT="[Texte]"/>
      <dgm:spPr/>
      <dgm:t>
        <a:bodyPr/>
        <a:lstStyle/>
        <a:p>
          <a:pPr algn="l"/>
          <a:r>
            <a:rPr lang="fr-FR" dirty="0"/>
            <a:t>Dans cette utilisation:</a:t>
          </a:r>
        </a:p>
        <a:p>
          <a:pPr algn="l"/>
          <a:endParaRPr lang="fr-FR" dirty="0"/>
        </a:p>
        <a:p>
          <a:pPr algn="l"/>
          <a:r>
            <a:rPr lang="fr-FR" dirty="0"/>
            <a:t>3 groupes</a:t>
          </a:r>
        </a:p>
        <a:p>
          <a:pPr algn="l"/>
          <a:endParaRPr lang="fr-FR" dirty="0"/>
        </a:p>
        <a:p>
          <a:pPr algn="l"/>
          <a:r>
            <a:rPr lang="fr-FR" dirty="0"/>
            <a:t>5 groupes</a:t>
          </a:r>
        </a:p>
        <a:p>
          <a:pPr algn="l"/>
          <a:endParaRPr lang="fr-FR" dirty="0"/>
        </a:p>
        <a:p>
          <a:pPr algn="l"/>
          <a:r>
            <a:rPr lang="fr-FR" dirty="0"/>
            <a:t>7 groupes </a:t>
          </a:r>
        </a:p>
        <a:p>
          <a:pPr algn="l"/>
          <a:endParaRPr lang="fr-FR" dirty="0"/>
        </a:p>
        <a:p>
          <a:pPr algn="l"/>
          <a:r>
            <a:rPr lang="fr-FR" dirty="0"/>
            <a:t>8 groupes</a:t>
          </a:r>
        </a:p>
        <a:p>
          <a:pPr algn="l"/>
          <a:endParaRPr lang="fr-FR" dirty="0"/>
        </a:p>
      </dgm:t>
    </dgm:pt>
    <dgm:pt modelId="{C372E131-6E04-494C-99C5-1BAA3F943154}" type="parTrans" cxnId="{62CCA625-ECD9-4FFF-9DB8-C1BAB653B66C}">
      <dgm:prSet/>
      <dgm:spPr/>
      <dgm:t>
        <a:bodyPr/>
        <a:lstStyle/>
        <a:p>
          <a:endParaRPr lang="fr-FR"/>
        </a:p>
      </dgm:t>
    </dgm:pt>
    <dgm:pt modelId="{B7A0B4CC-87D5-46E6-BA73-19ECF2E00CF5}" type="sibTrans" cxnId="{62CCA625-ECD9-4FFF-9DB8-C1BAB653B66C}">
      <dgm:prSet/>
      <dgm:spPr/>
      <dgm:t>
        <a:bodyPr/>
        <a:lstStyle/>
        <a:p>
          <a:endParaRPr lang="fr-FR"/>
        </a:p>
      </dgm:t>
    </dgm:pt>
    <dgm:pt modelId="{C49BC718-4A19-42E6-B245-7CBAAC1996B5}" type="pres">
      <dgm:prSet presAssocID="{B4CE2036-8544-425C-9261-78577BD239E7}" presName="Name0" presStyleCnt="0">
        <dgm:presLayoutVars>
          <dgm:chMax/>
          <dgm:chPref/>
          <dgm:dir/>
          <dgm:animLvl val="lvl"/>
        </dgm:presLayoutVars>
      </dgm:prSet>
      <dgm:spPr/>
    </dgm:pt>
    <dgm:pt modelId="{81339F3E-066D-43B3-A49E-3819E6274825}" type="pres">
      <dgm:prSet presAssocID="{0A9E05FE-B234-4176-85E4-34249DD0EBAF}" presName="composite" presStyleCnt="0"/>
      <dgm:spPr/>
    </dgm:pt>
    <dgm:pt modelId="{C1A3FCA3-8F1E-4746-92AB-1F9519731D48}" type="pres">
      <dgm:prSet presAssocID="{0A9E05FE-B234-4176-85E4-34249DD0EBAF}" presName="ParentAccentShape" presStyleLbl="trBgShp" presStyleIdx="0" presStyleCnt="2" custScaleX="112601" custScaleY="119197" custLinFactNeighborX="-21569" custLinFactNeighborY="-17509"/>
      <dgm:spPr>
        <a:solidFill>
          <a:schemeClr val="accent1">
            <a:alpha val="40000"/>
          </a:schemeClr>
        </a:solidFill>
      </dgm:spPr>
    </dgm:pt>
    <dgm:pt modelId="{E8E2EAB3-FAAA-4D3D-842B-93ECA29D16B0}" type="pres">
      <dgm:prSet presAssocID="{0A9E05FE-B234-4176-85E4-34249DD0EBAF}" presName="ParentText" presStyleLbl="revTx" presStyleIdx="0" presStyleCnt="2" custScaleX="204486" custLinFactY="100000" custLinFactNeighborX="5456" custLinFactNeighborY="156308">
        <dgm:presLayoutVars>
          <dgm:chMax val="1"/>
          <dgm:chPref val="1"/>
          <dgm:bulletEnabled val="1"/>
        </dgm:presLayoutVars>
      </dgm:prSet>
      <dgm:spPr/>
    </dgm:pt>
    <dgm:pt modelId="{7C7FE9B9-0BF4-4DEF-B9C1-B209C9362454}" type="pres">
      <dgm:prSet presAssocID="{0A9E05FE-B234-4176-85E4-34249DD0EBAF}" presName="ChildText" presStyleLbl="revTx" presStyleIdx="1" presStyleCnt="2" custScaleX="134640" custScaleY="121088" custLinFactNeighborX="-16513" custLinFactNeighborY="-29806">
        <dgm:presLayoutVars>
          <dgm:chMax val="0"/>
          <dgm:chPref val="0"/>
        </dgm:presLayoutVars>
      </dgm:prSet>
      <dgm:spPr/>
    </dgm:pt>
    <dgm:pt modelId="{A0BB44D7-1A0A-4121-B1A4-A17BFB56C993}" type="pres">
      <dgm:prSet presAssocID="{0A9E05FE-B234-4176-85E4-34249DD0EBAF}" presName="ChildAccentShape" presStyleLbl="trBgShp" presStyleIdx="1" presStyleCnt="2"/>
      <dgm:spPr>
        <a:solidFill>
          <a:schemeClr val="accent1">
            <a:alpha val="40000"/>
          </a:schemeClr>
        </a:solidFill>
      </dgm:spPr>
    </dgm:pt>
    <dgm:pt modelId="{55F6B3DF-4692-41F3-AF73-C54EBEEB00D2}" type="pres">
      <dgm:prSet presAssocID="{0A9E05FE-B234-4176-85E4-34249DD0EBAF}" presName="Image" presStyleLbl="alignImgPlace1" presStyleIdx="0" presStyleCnt="1" custScaleX="129100" custScaleY="131608" custLinFactNeighborX="-25389" custLinFactNeighborY="-13352"/>
      <dgm:spPr>
        <a:blipFill rotWithShape="1">
          <a:blip xmlns:r="http://schemas.openxmlformats.org/officeDocument/2006/relationships" r:embed="rId1"/>
          <a:srcRect/>
          <a:stretch>
            <a:fillRect l="-19000" r="-19000"/>
          </a:stretch>
        </a:blipFill>
      </dgm:spPr>
    </dgm:pt>
  </dgm:ptLst>
  <dgm:cxnLst>
    <dgm:cxn modelId="{62CCA625-ECD9-4FFF-9DB8-C1BAB653B66C}" srcId="{0A9E05FE-B234-4176-85E4-34249DD0EBAF}" destId="{3E7838E7-75A3-4E6E-B266-B32BD2A8173F}" srcOrd="0" destOrd="0" parTransId="{C372E131-6E04-494C-99C5-1BAA3F943154}" sibTransId="{B7A0B4CC-87D5-46E6-BA73-19ECF2E00CF5}"/>
    <dgm:cxn modelId="{0E59FB41-FE8B-499E-97BC-935E5CB23D82}" type="presOf" srcId="{3E7838E7-75A3-4E6E-B266-B32BD2A8173F}" destId="{7C7FE9B9-0BF4-4DEF-B9C1-B209C9362454}" srcOrd="0" destOrd="0" presId="urn:microsoft.com/office/officeart/2009/3/layout/SnapshotPictureList"/>
    <dgm:cxn modelId="{0676AC7D-B901-48B1-8B9D-D30FD432BA84}" srcId="{B4CE2036-8544-425C-9261-78577BD239E7}" destId="{0A9E05FE-B234-4176-85E4-34249DD0EBAF}" srcOrd="0" destOrd="0" parTransId="{4AC14885-F6E6-45E0-BE67-0AD1A4F5AD70}" sibTransId="{00A124D8-8A7F-4B8F-99D0-3B46DFEC08F4}"/>
    <dgm:cxn modelId="{B1F639D0-9112-472F-BB28-6EE0A9522BD6}" type="presOf" srcId="{B4CE2036-8544-425C-9261-78577BD239E7}" destId="{C49BC718-4A19-42E6-B245-7CBAAC1996B5}" srcOrd="0" destOrd="0" presId="urn:microsoft.com/office/officeart/2009/3/layout/SnapshotPictureList"/>
    <dgm:cxn modelId="{791B8BD3-D04D-4BFC-B507-A2B23E33302C}" type="presOf" srcId="{0A9E05FE-B234-4176-85E4-34249DD0EBAF}" destId="{E8E2EAB3-FAAA-4D3D-842B-93ECA29D16B0}" srcOrd="0" destOrd="0" presId="urn:microsoft.com/office/officeart/2009/3/layout/SnapshotPictureList"/>
    <dgm:cxn modelId="{587773A0-611B-4D8A-9767-4B769F6D1714}" type="presParOf" srcId="{C49BC718-4A19-42E6-B245-7CBAAC1996B5}" destId="{81339F3E-066D-43B3-A49E-3819E6274825}" srcOrd="0" destOrd="0" presId="urn:microsoft.com/office/officeart/2009/3/layout/SnapshotPictureList"/>
    <dgm:cxn modelId="{A8BC314D-52B8-4DEE-83BC-83F4E617F0BF}" type="presParOf" srcId="{81339F3E-066D-43B3-A49E-3819E6274825}" destId="{C1A3FCA3-8F1E-4746-92AB-1F9519731D48}" srcOrd="0" destOrd="0" presId="urn:microsoft.com/office/officeart/2009/3/layout/SnapshotPictureList"/>
    <dgm:cxn modelId="{69F8D753-143E-440F-8922-A36E0A1FD044}" type="presParOf" srcId="{81339F3E-066D-43B3-A49E-3819E6274825}" destId="{E8E2EAB3-FAAA-4D3D-842B-93ECA29D16B0}" srcOrd="1" destOrd="0" presId="urn:microsoft.com/office/officeart/2009/3/layout/SnapshotPictureList"/>
    <dgm:cxn modelId="{B7F11110-0B78-4B90-8F5F-66C38FF0182D}" type="presParOf" srcId="{81339F3E-066D-43B3-A49E-3819E6274825}" destId="{7C7FE9B9-0BF4-4DEF-B9C1-B209C9362454}" srcOrd="2" destOrd="0" presId="urn:microsoft.com/office/officeart/2009/3/layout/SnapshotPictureList"/>
    <dgm:cxn modelId="{C9FCEE0E-53C5-4623-AA3C-16A8DB657005}" type="presParOf" srcId="{81339F3E-066D-43B3-A49E-3819E6274825}" destId="{A0BB44D7-1A0A-4121-B1A4-A17BFB56C993}" srcOrd="3" destOrd="0" presId="urn:microsoft.com/office/officeart/2009/3/layout/SnapshotPictureList"/>
    <dgm:cxn modelId="{9A80D7B5-2E1F-44BF-8AAC-0EA2DD1E49DE}" type="presParOf" srcId="{81339F3E-066D-43B3-A49E-3819E6274825}" destId="{55F6B3DF-4692-41F3-AF73-C54EBEEB00D2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0A8E4-9033-4522-8FD6-8E6E932E5299}">
      <dsp:nvSpPr>
        <dsp:cNvPr id="0" name=""/>
        <dsp:cNvSpPr/>
      </dsp:nvSpPr>
      <dsp:spPr>
        <a:xfrm>
          <a:off x="0" y="0"/>
          <a:ext cx="6737440" cy="457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Notebook sur la préparation</a:t>
          </a:r>
        </a:p>
      </dsp:txBody>
      <dsp:txXfrm>
        <a:off x="22332" y="22332"/>
        <a:ext cx="6692776" cy="412806"/>
      </dsp:txXfrm>
    </dsp:sp>
    <dsp:sp modelId="{EAA33388-572C-4C2A-B8C4-9F61CD12A748}">
      <dsp:nvSpPr>
        <dsp:cNvPr id="0" name=""/>
        <dsp:cNvSpPr/>
      </dsp:nvSpPr>
      <dsp:spPr>
        <a:xfrm>
          <a:off x="0" y="523733"/>
          <a:ext cx="6737440" cy="791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91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 dirty="0"/>
            <a:t>Import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 dirty="0"/>
            <a:t>Nettoyage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 dirty="0"/>
            <a:t>Analyse</a:t>
          </a:r>
        </a:p>
      </dsp:txBody>
      <dsp:txXfrm>
        <a:off x="0" y="523733"/>
        <a:ext cx="6737440" cy="791775"/>
      </dsp:txXfrm>
    </dsp:sp>
    <dsp:sp modelId="{A38C18C4-7C94-4191-AD2A-49BECCE3E807}">
      <dsp:nvSpPr>
        <dsp:cNvPr id="0" name=""/>
        <dsp:cNvSpPr/>
      </dsp:nvSpPr>
      <dsp:spPr>
        <a:xfrm>
          <a:off x="0" y="1315508"/>
          <a:ext cx="6737440" cy="457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Notebook sur l’analyse</a:t>
          </a:r>
        </a:p>
      </dsp:txBody>
      <dsp:txXfrm>
        <a:off x="22332" y="1337840"/>
        <a:ext cx="6692776" cy="412806"/>
      </dsp:txXfrm>
    </dsp:sp>
    <dsp:sp modelId="{696EAB0D-D10C-44FA-9D74-F3EDDFBB737F}">
      <dsp:nvSpPr>
        <dsp:cNvPr id="0" name=""/>
        <dsp:cNvSpPr/>
      </dsp:nvSpPr>
      <dsp:spPr>
        <a:xfrm>
          <a:off x="0" y="1772978"/>
          <a:ext cx="6737440" cy="791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91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 dirty="0"/>
            <a:t>Clustering (CAH/K-</a:t>
          </a:r>
          <a:r>
            <a:rPr lang="fr-FR" sz="1300" kern="1200" dirty="0" err="1"/>
            <a:t>means</a:t>
          </a:r>
          <a:r>
            <a:rPr lang="fr-FR" sz="1300" kern="1200" dirty="0"/>
            <a:t>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 dirty="0"/>
            <a:t>ACP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300" kern="1200" dirty="0"/>
            <a:t>Pestel</a:t>
          </a:r>
        </a:p>
      </dsp:txBody>
      <dsp:txXfrm>
        <a:off x="0" y="1772978"/>
        <a:ext cx="6737440" cy="791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C7D76-2C1B-4BEC-9879-BFBA2E0909E9}">
      <dsp:nvSpPr>
        <dsp:cNvPr id="0" name=""/>
        <dsp:cNvSpPr/>
      </dsp:nvSpPr>
      <dsp:spPr>
        <a:xfrm rot="5400000">
          <a:off x="523948" y="1526272"/>
          <a:ext cx="1349856" cy="15367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BD196-8DD7-48A8-9FC2-C56EC8B6A2D2}">
      <dsp:nvSpPr>
        <dsp:cNvPr id="0" name=""/>
        <dsp:cNvSpPr/>
      </dsp:nvSpPr>
      <dsp:spPr>
        <a:xfrm>
          <a:off x="166319" y="29929"/>
          <a:ext cx="2272363" cy="159058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Initialisation</a:t>
          </a:r>
        </a:p>
      </dsp:txBody>
      <dsp:txXfrm>
        <a:off x="243979" y="107589"/>
        <a:ext cx="2117043" cy="1435260"/>
      </dsp:txXfrm>
    </dsp:sp>
    <dsp:sp modelId="{A3EA931F-E375-42C7-9244-75B252179238}">
      <dsp:nvSpPr>
        <dsp:cNvPr id="0" name=""/>
        <dsp:cNvSpPr/>
      </dsp:nvSpPr>
      <dsp:spPr>
        <a:xfrm>
          <a:off x="2584904" y="111242"/>
          <a:ext cx="1976381" cy="1360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3 Dataframes :</a:t>
          </a:r>
          <a:endParaRPr lang="fr-FR" sz="2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/>
            <a:t>Alimentaire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/>
            <a:t>Population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/>
            <a:t>rnb	</a:t>
          </a:r>
        </a:p>
      </dsp:txBody>
      <dsp:txXfrm>
        <a:off x="2584904" y="111242"/>
        <a:ext cx="1976381" cy="1360346"/>
      </dsp:txXfrm>
    </dsp:sp>
    <dsp:sp modelId="{E65518C0-66EC-4679-971C-9761EC548A10}">
      <dsp:nvSpPr>
        <dsp:cNvPr id="0" name=""/>
        <dsp:cNvSpPr/>
      </dsp:nvSpPr>
      <dsp:spPr>
        <a:xfrm rot="5400000">
          <a:off x="2485662" y="3313018"/>
          <a:ext cx="1349856" cy="15367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57029B-C527-41F5-925B-9D86E12E6C97}">
      <dsp:nvSpPr>
        <dsp:cNvPr id="0" name=""/>
        <dsp:cNvSpPr/>
      </dsp:nvSpPr>
      <dsp:spPr>
        <a:xfrm>
          <a:off x="2128033" y="1816676"/>
          <a:ext cx="2272363" cy="159058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Nettoyage</a:t>
          </a:r>
        </a:p>
      </dsp:txBody>
      <dsp:txXfrm>
        <a:off x="2205693" y="1894336"/>
        <a:ext cx="2117043" cy="1435260"/>
      </dsp:txXfrm>
    </dsp:sp>
    <dsp:sp modelId="{500FA1FE-ED47-498B-B2FB-0712F68400C6}">
      <dsp:nvSpPr>
        <dsp:cNvPr id="0" name=""/>
        <dsp:cNvSpPr/>
      </dsp:nvSpPr>
      <dsp:spPr>
        <a:xfrm>
          <a:off x="4408890" y="1952857"/>
          <a:ext cx="2711486" cy="1285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Doublons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Valeurs nulles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Merge</a:t>
          </a:r>
        </a:p>
      </dsp:txBody>
      <dsp:txXfrm>
        <a:off x="4408890" y="1952857"/>
        <a:ext cx="2711486" cy="1285577"/>
      </dsp:txXfrm>
    </dsp:sp>
    <dsp:sp modelId="{672963D9-9B77-44F9-A731-CE65C7E7532A}">
      <dsp:nvSpPr>
        <dsp:cNvPr id="0" name=""/>
        <dsp:cNvSpPr/>
      </dsp:nvSpPr>
      <dsp:spPr>
        <a:xfrm>
          <a:off x="4089747" y="3603422"/>
          <a:ext cx="2272363" cy="159058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Analyse</a:t>
          </a:r>
        </a:p>
      </dsp:txBody>
      <dsp:txXfrm>
        <a:off x="4167407" y="3681082"/>
        <a:ext cx="2117043" cy="1435260"/>
      </dsp:txXfrm>
    </dsp:sp>
    <dsp:sp modelId="{DC2F2B4A-720C-4A86-A061-BB3006207E86}">
      <dsp:nvSpPr>
        <dsp:cNvPr id="0" name=""/>
        <dsp:cNvSpPr/>
      </dsp:nvSpPr>
      <dsp:spPr>
        <a:xfrm>
          <a:off x="6395791" y="3769172"/>
          <a:ext cx="1917975" cy="1238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Ajout variable:</a:t>
          </a:r>
          <a:r>
            <a:rPr lang="fr-FR" sz="1000" kern="1200" dirty="0"/>
            <a:t>	</a:t>
          </a:r>
          <a:endParaRPr lang="fr-FR" sz="18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/>
            <a:t>TDI	</a:t>
          </a:r>
          <a:endParaRPr lang="fr-FR" sz="18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/>
            <a:t>TAS</a:t>
          </a: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Outlier</a:t>
          </a:r>
        </a:p>
      </dsp:txBody>
      <dsp:txXfrm>
        <a:off x="6395791" y="3769172"/>
        <a:ext cx="1917975" cy="12384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D71E8-A80B-47F4-BD5B-241032EB136C}">
      <dsp:nvSpPr>
        <dsp:cNvPr id="0" name=""/>
        <dsp:cNvSpPr/>
      </dsp:nvSpPr>
      <dsp:spPr>
        <a:xfrm>
          <a:off x="1802387" y="73146"/>
          <a:ext cx="2806996" cy="1403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71120" rIns="106680" bIns="7112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600" kern="1200" dirty="0"/>
            <a:t>K-</a:t>
          </a:r>
          <a:r>
            <a:rPr lang="fr-FR" sz="5600" kern="1200" dirty="0" err="1"/>
            <a:t>means</a:t>
          </a:r>
          <a:endParaRPr lang="fr-FR" sz="5600" kern="1200" dirty="0"/>
        </a:p>
      </dsp:txBody>
      <dsp:txXfrm>
        <a:off x="1843494" y="114253"/>
        <a:ext cx="2724782" cy="1321284"/>
      </dsp:txXfrm>
    </dsp:sp>
    <dsp:sp modelId="{AFCC3F54-C459-4F66-907A-0716639F4377}">
      <dsp:nvSpPr>
        <dsp:cNvPr id="0" name=""/>
        <dsp:cNvSpPr/>
      </dsp:nvSpPr>
      <dsp:spPr>
        <a:xfrm>
          <a:off x="1778567" y="1476645"/>
          <a:ext cx="304519" cy="960526"/>
        </a:xfrm>
        <a:custGeom>
          <a:avLst/>
          <a:gdLst/>
          <a:ahLst/>
          <a:cxnLst/>
          <a:rect l="0" t="0" r="0" b="0"/>
          <a:pathLst>
            <a:path>
              <a:moveTo>
                <a:pt x="304519" y="0"/>
              </a:moveTo>
              <a:lnTo>
                <a:pt x="0" y="9605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CB1A6B-76B3-4ECF-9C9F-A7CD209C87B4}">
      <dsp:nvSpPr>
        <dsp:cNvPr id="0" name=""/>
        <dsp:cNvSpPr/>
      </dsp:nvSpPr>
      <dsp:spPr>
        <a:xfrm>
          <a:off x="1778567" y="1735422"/>
          <a:ext cx="2923408" cy="1403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fr-FR" sz="1000" kern="1200" dirty="0"/>
            <a:t>Il faut définir à l’avance le groupe centroïde :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fr-FR" sz="1000" kern="1200" dirty="0"/>
            <a:t>Méthode du coude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fr-FR" sz="1000" kern="1200" dirty="0"/>
            <a:t>Méthode de la silhouette</a:t>
          </a:r>
        </a:p>
      </dsp:txBody>
      <dsp:txXfrm>
        <a:off x="1819674" y="1776529"/>
        <a:ext cx="2841194" cy="1321284"/>
      </dsp:txXfrm>
    </dsp:sp>
    <dsp:sp modelId="{1F284864-8A74-4886-9E8E-1FE24306C7AD}">
      <dsp:nvSpPr>
        <dsp:cNvPr id="0" name=""/>
        <dsp:cNvSpPr/>
      </dsp:nvSpPr>
      <dsp:spPr>
        <a:xfrm>
          <a:off x="1815125" y="1476645"/>
          <a:ext cx="267961" cy="2734263"/>
        </a:xfrm>
        <a:custGeom>
          <a:avLst/>
          <a:gdLst/>
          <a:ahLst/>
          <a:cxnLst/>
          <a:rect l="0" t="0" r="0" b="0"/>
          <a:pathLst>
            <a:path>
              <a:moveTo>
                <a:pt x="267961" y="0"/>
              </a:moveTo>
              <a:lnTo>
                <a:pt x="0" y="273426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2A544-D19E-46B9-B914-5E2044E56D51}">
      <dsp:nvSpPr>
        <dsp:cNvPr id="0" name=""/>
        <dsp:cNvSpPr/>
      </dsp:nvSpPr>
      <dsp:spPr>
        <a:xfrm>
          <a:off x="1815125" y="3509159"/>
          <a:ext cx="2911439" cy="1403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/>
            <a:t>Faibles temps de calcul : </a:t>
          </a:r>
          <a:r>
            <a:rPr lang="fr-FR" sz="1000" kern="1200" dirty="0"/>
            <a:t>le k-</a:t>
          </a:r>
          <a:r>
            <a:rPr lang="fr-FR" sz="1000" kern="1200" dirty="0" err="1"/>
            <a:t>means</a:t>
          </a:r>
          <a:r>
            <a:rPr lang="fr-FR" sz="1000" kern="1200" dirty="0"/>
            <a:t> n’est pas une méthode de clustering hiérarchique. Comparé à d’autres méthodes(CAH), les temps de calcul sont donc bien plus faibles.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/>
            <a:t>Pas de cohérence entre 2 exécutions : </a:t>
          </a:r>
          <a:r>
            <a:rPr lang="fr-FR" sz="1000" kern="1200" dirty="0"/>
            <a:t>si vous exécutez 2 fois un algorithme des k-moyennes sur vos données, vous obtiendrez 2 résultats différents.</a:t>
          </a:r>
        </a:p>
      </dsp:txBody>
      <dsp:txXfrm>
        <a:off x="1856232" y="3550266"/>
        <a:ext cx="2829225" cy="1321284"/>
      </dsp:txXfrm>
    </dsp:sp>
    <dsp:sp modelId="{B59416F5-6947-4FAF-B16A-F45A3C4B24F1}">
      <dsp:nvSpPr>
        <dsp:cNvPr id="0" name=""/>
        <dsp:cNvSpPr/>
      </dsp:nvSpPr>
      <dsp:spPr>
        <a:xfrm>
          <a:off x="6262401" y="0"/>
          <a:ext cx="2806996" cy="1403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71120" rIns="106680" bIns="7112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600" kern="1200" dirty="0"/>
            <a:t>CAH</a:t>
          </a:r>
        </a:p>
      </dsp:txBody>
      <dsp:txXfrm>
        <a:off x="6303508" y="41107"/>
        <a:ext cx="2724782" cy="1321284"/>
      </dsp:txXfrm>
    </dsp:sp>
    <dsp:sp modelId="{457F0E6F-3841-4C8D-ADC6-7AEC29050807}">
      <dsp:nvSpPr>
        <dsp:cNvPr id="0" name=""/>
        <dsp:cNvSpPr/>
      </dsp:nvSpPr>
      <dsp:spPr>
        <a:xfrm>
          <a:off x="6543101" y="1403498"/>
          <a:ext cx="280694" cy="1035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5707"/>
              </a:lnTo>
              <a:lnTo>
                <a:pt x="280694" y="10357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BC3A28-65F7-4797-8AEC-FAF9C6E51F28}">
      <dsp:nvSpPr>
        <dsp:cNvPr id="0" name=""/>
        <dsp:cNvSpPr/>
      </dsp:nvSpPr>
      <dsp:spPr>
        <a:xfrm>
          <a:off x="6823795" y="1737457"/>
          <a:ext cx="2779196" cy="1403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Pas de choix de groupe à définir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Classification Hiérarchique</a:t>
          </a:r>
        </a:p>
      </dsp:txBody>
      <dsp:txXfrm>
        <a:off x="6864902" y="1778564"/>
        <a:ext cx="2696982" cy="1321284"/>
      </dsp:txXfrm>
    </dsp:sp>
    <dsp:sp modelId="{C5BB1124-CE6E-4234-8A0C-79B0C347AF5D}">
      <dsp:nvSpPr>
        <dsp:cNvPr id="0" name=""/>
        <dsp:cNvSpPr/>
      </dsp:nvSpPr>
      <dsp:spPr>
        <a:xfrm>
          <a:off x="6543101" y="1403498"/>
          <a:ext cx="280694" cy="27900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0080"/>
              </a:lnTo>
              <a:lnTo>
                <a:pt x="280694" y="27900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BA9401-E8F8-4A6D-85DD-4B9A3ED810E6}">
      <dsp:nvSpPr>
        <dsp:cNvPr id="0" name=""/>
        <dsp:cNvSpPr/>
      </dsp:nvSpPr>
      <dsp:spPr>
        <a:xfrm>
          <a:off x="6823795" y="3491830"/>
          <a:ext cx="2874813" cy="1403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fr-FR" sz="1050" b="1" kern="1200" dirty="0"/>
            <a:t>Facile à utiliser </a:t>
          </a:r>
          <a:r>
            <a:rPr lang="fr-FR" sz="1050" kern="1200" dirty="0"/>
            <a:t>: La CAH construit systématiquement un dendrogramme qui va résumer tout les regroupements qui ont été fait.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fr-FR" sz="1050" b="1" kern="1200" dirty="0"/>
            <a:t>Pas adapté aux grands volumes de données:  </a:t>
          </a:r>
          <a:r>
            <a:rPr lang="fr-FR" sz="1050" b="0" kern="1200" dirty="0"/>
            <a:t>N</a:t>
          </a:r>
          <a:r>
            <a:rPr lang="fr-FR" sz="1050" kern="1200" dirty="0"/>
            <a:t>e peut pas être utilisée sur des volumes important, les temps de calcul exploseraient.</a:t>
          </a:r>
        </a:p>
      </dsp:txBody>
      <dsp:txXfrm>
        <a:off x="6864902" y="3532937"/>
        <a:ext cx="2792599" cy="13212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25F1C-028D-4F49-811E-9AE1F6DCB081}">
      <dsp:nvSpPr>
        <dsp:cNvPr id="0" name=""/>
        <dsp:cNvSpPr/>
      </dsp:nvSpPr>
      <dsp:spPr>
        <a:xfrm>
          <a:off x="184246" y="150884"/>
          <a:ext cx="3918354" cy="2895649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t="-8000" b="-8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3CBF6-07B5-4AC7-9481-A1C8F2934FDA}">
      <dsp:nvSpPr>
        <dsp:cNvPr id="0" name=""/>
        <dsp:cNvSpPr/>
      </dsp:nvSpPr>
      <dsp:spPr>
        <a:xfrm>
          <a:off x="490140" y="3285755"/>
          <a:ext cx="3376454" cy="8114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fr-FR" sz="2800" kern="1200" dirty="0"/>
            <a:t>Dendrogramme</a:t>
          </a:r>
        </a:p>
      </dsp:txBody>
      <dsp:txXfrm>
        <a:off x="490140" y="3285755"/>
        <a:ext cx="3376454" cy="811418"/>
      </dsp:txXfrm>
    </dsp:sp>
    <dsp:sp modelId="{7DE1FE51-8D17-47DA-8DCC-DB9D3E949267}">
      <dsp:nvSpPr>
        <dsp:cNvPr id="0" name=""/>
        <dsp:cNvSpPr/>
      </dsp:nvSpPr>
      <dsp:spPr>
        <a:xfrm>
          <a:off x="5084254" y="52722"/>
          <a:ext cx="3918354" cy="2895649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5F4A1-3274-4750-B2F6-A91224418243}">
      <dsp:nvSpPr>
        <dsp:cNvPr id="0" name=""/>
        <dsp:cNvSpPr/>
      </dsp:nvSpPr>
      <dsp:spPr>
        <a:xfrm>
          <a:off x="5347208" y="3225434"/>
          <a:ext cx="3376454" cy="8114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fr-FR" sz="2800" kern="1200" dirty="0"/>
            <a:t>Découpage  5 clusters</a:t>
          </a:r>
        </a:p>
      </dsp:txBody>
      <dsp:txXfrm>
        <a:off x="5347208" y="3225434"/>
        <a:ext cx="3376454" cy="8114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19F28-4DD5-498B-B9BC-A9FC8A483C33}">
      <dsp:nvSpPr>
        <dsp:cNvPr id="0" name=""/>
        <dsp:cNvSpPr/>
      </dsp:nvSpPr>
      <dsp:spPr>
        <a:xfrm>
          <a:off x="5143451" y="897214"/>
          <a:ext cx="107051" cy="1981301"/>
        </a:xfrm>
        <a:prstGeom prst="rect">
          <a:avLst/>
        </a:prstGeom>
        <a:solidFill>
          <a:schemeClr val="accent1"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6B9D4-385C-4025-9129-87923D7E369E}">
      <dsp:nvSpPr>
        <dsp:cNvPr id="0" name=""/>
        <dsp:cNvSpPr/>
      </dsp:nvSpPr>
      <dsp:spPr>
        <a:xfrm>
          <a:off x="269847" y="641190"/>
          <a:ext cx="2784247" cy="1981301"/>
        </a:xfrm>
        <a:prstGeom prst="frame">
          <a:avLst>
            <a:gd name="adj1" fmla="val 5450"/>
          </a:avLst>
        </a:prstGeom>
        <a:solidFill>
          <a:schemeClr val="accent1"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26DFF-3C4F-43FD-A9E4-B1CD0DD40818}">
      <dsp:nvSpPr>
        <dsp:cNvPr id="0" name=""/>
        <dsp:cNvSpPr/>
      </dsp:nvSpPr>
      <dsp:spPr>
        <a:xfrm>
          <a:off x="171682" y="675481"/>
          <a:ext cx="2677195" cy="1874138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2C4D4-D946-4BE9-8112-0124E09F1B89}">
      <dsp:nvSpPr>
        <dsp:cNvPr id="0" name=""/>
        <dsp:cNvSpPr/>
      </dsp:nvSpPr>
      <dsp:spPr>
        <a:xfrm>
          <a:off x="0" y="2844625"/>
          <a:ext cx="4502384" cy="235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3340" rIns="1422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Coude (distance moyenne entre les points et leurs centroïdes respectives au carré)</a:t>
          </a:r>
        </a:p>
      </dsp:txBody>
      <dsp:txXfrm>
        <a:off x="0" y="2844625"/>
        <a:ext cx="4502384" cy="235182"/>
      </dsp:txXfrm>
    </dsp:sp>
    <dsp:sp modelId="{D3629DCA-5A3E-47CF-B13B-1D8B5A382E4F}">
      <dsp:nvSpPr>
        <dsp:cNvPr id="0" name=""/>
        <dsp:cNvSpPr/>
      </dsp:nvSpPr>
      <dsp:spPr>
        <a:xfrm>
          <a:off x="3464567" y="622903"/>
          <a:ext cx="1272927" cy="198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Dans cette utilisation: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3 groupes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5 groupes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7 groupes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kern="1200" dirty="0"/>
        </a:p>
      </dsp:txBody>
      <dsp:txXfrm>
        <a:off x="3464567" y="622903"/>
        <a:ext cx="1272927" cy="19813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B44D7-1A0A-4121-B1A4-A17BFB56C993}">
      <dsp:nvSpPr>
        <dsp:cNvPr id="0" name=""/>
        <dsp:cNvSpPr/>
      </dsp:nvSpPr>
      <dsp:spPr>
        <a:xfrm>
          <a:off x="5043029" y="1012455"/>
          <a:ext cx="97798" cy="1810036"/>
        </a:xfrm>
        <a:prstGeom prst="rect">
          <a:avLst/>
        </a:prstGeom>
        <a:solidFill>
          <a:schemeClr val="accent1"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A3FCA3-8F1E-4746-92AB-1F9519731D48}">
      <dsp:nvSpPr>
        <dsp:cNvPr id="0" name=""/>
        <dsp:cNvSpPr/>
      </dsp:nvSpPr>
      <dsp:spPr>
        <a:xfrm>
          <a:off x="420575" y="521799"/>
          <a:ext cx="2864090" cy="2157509"/>
        </a:xfrm>
        <a:prstGeom prst="frame">
          <a:avLst>
            <a:gd name="adj1" fmla="val 5450"/>
          </a:avLst>
        </a:prstGeom>
        <a:solidFill>
          <a:schemeClr val="accent1"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6B3DF-4692-41F3-AF73-C54EBEEB00D2}">
      <dsp:nvSpPr>
        <dsp:cNvPr id="0" name=""/>
        <dsp:cNvSpPr/>
      </dsp:nvSpPr>
      <dsp:spPr>
        <a:xfrm>
          <a:off x="54840" y="296384"/>
          <a:ext cx="3157497" cy="2253308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19000" r="-1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E2EAB3-FAAA-4D3D-842B-93ECA29D16B0}">
      <dsp:nvSpPr>
        <dsp:cNvPr id="0" name=""/>
        <dsp:cNvSpPr/>
      </dsp:nvSpPr>
      <dsp:spPr>
        <a:xfrm>
          <a:off x="131119" y="3059005"/>
          <a:ext cx="4797926" cy="214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3340" rIns="1422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Silhouette (une mesure de la similitude d’un point de données à l’intérieur d’un groupe par rapport à d’autres groupes)</a:t>
          </a:r>
        </a:p>
      </dsp:txBody>
      <dsp:txXfrm>
        <a:off x="131119" y="3059005"/>
        <a:ext cx="4797926" cy="214853"/>
      </dsp:txXfrm>
    </dsp:sp>
    <dsp:sp modelId="{7C7FE9B9-0BF4-4DEF-B9C1-B209C9362454}">
      <dsp:nvSpPr>
        <dsp:cNvPr id="0" name=""/>
        <dsp:cNvSpPr/>
      </dsp:nvSpPr>
      <dsp:spPr>
        <a:xfrm>
          <a:off x="3383141" y="282105"/>
          <a:ext cx="1565721" cy="219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Dans cette utilisation: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 dirty="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3 groupes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 dirty="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5 groupes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 dirty="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7 groupes 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 dirty="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8 groupes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 dirty="0"/>
        </a:p>
      </dsp:txBody>
      <dsp:txXfrm>
        <a:off x="3383141" y="282105"/>
        <a:ext cx="1565721" cy="2191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Groupe 1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6977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1482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6243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6" name="Image 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21" name="Image 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e libre 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Image 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1800"/>
            </a:lvl1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fr-FR" sz="1800"/>
            </a:lvl1pPr>
            <a:lvl2pPr>
              <a:defRPr lang="fr-FR" sz="1800"/>
            </a:lvl2pPr>
            <a:lvl3pPr>
              <a:defRPr lang="fr-FR" sz="1800"/>
            </a:lvl3pPr>
            <a:lvl4pPr>
              <a:defRPr lang="fr-FR" sz="1800"/>
            </a:lvl4pPr>
            <a:lvl5pPr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sme 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9" name="Forme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7" name="Espace réservé du numéro de diapositiv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3" name="Graphisme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sme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 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Forme 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9" name="Image 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fr-FR" sz="2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fr-F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442B3B1-D34B-E594-8F4B-FE0142481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794" y="952592"/>
            <a:ext cx="7269758" cy="297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" y="1261872"/>
            <a:ext cx="3255264" cy="76897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2907792"/>
            <a:ext cx="4453128" cy="3207344"/>
          </a:xfrm>
        </p:spPr>
        <p:txBody>
          <a:bodyPr rtlCol="0">
            <a:normAutofit fontScale="70000" lnSpcReduction="20000"/>
          </a:bodyPr>
          <a:lstStyle>
            <a:defPPr>
              <a:defRPr lang="fr-FR"/>
            </a:defPPr>
          </a:lstStyle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/>
              <a:t>Le contexte</a:t>
            </a:r>
          </a:p>
          <a:p>
            <a:pPr algn="ctr">
              <a:buClr>
                <a:schemeClr val="accent1"/>
              </a:buClr>
            </a:pPr>
            <a:endParaRPr lang="fr-FR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/>
              <a:t>Préparation des données</a:t>
            </a:r>
          </a:p>
          <a:p>
            <a:pPr algn="ctr">
              <a:buClr>
                <a:schemeClr val="accent1"/>
              </a:buClr>
            </a:pPr>
            <a:endParaRPr lang="fr-FR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/>
              <a:t>Clustering</a:t>
            </a:r>
          </a:p>
          <a:p>
            <a:pPr algn="ctr">
              <a:buClr>
                <a:schemeClr val="accent1"/>
              </a:buClr>
            </a:pPr>
            <a:endParaRPr lang="fr-FR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/>
              <a:t>ACP</a:t>
            </a:r>
          </a:p>
          <a:p>
            <a:pPr algn="ctr">
              <a:buClr>
                <a:schemeClr val="accent1"/>
              </a:buClr>
            </a:pPr>
            <a:endParaRPr lang="fr-FR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/>
              <a:t>Les résultats et recommandations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3</a:t>
            </a:fld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8A8DA85-A0C6-FD27-D3C6-1F57A7BC399F}"/>
              </a:ext>
            </a:extLst>
          </p:cNvPr>
          <p:cNvSpPr txBox="1"/>
          <p:nvPr/>
        </p:nvSpPr>
        <p:spPr>
          <a:xfrm>
            <a:off x="4688586" y="1274910"/>
            <a:ext cx="61036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Nous travaillons chez « 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La poule qui chante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», société française d’agroalimentaire souhaitant se développer à l’international.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principal : Proposer une première analyse sur un groupement de pays à cibler en priorité 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Pour cela :</a:t>
            </a:r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E7AD77DC-2DA6-6913-F7A4-19E011C32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572171"/>
              </p:ext>
            </p:extLst>
          </p:nvPr>
        </p:nvGraphicFramePr>
        <p:xfrm>
          <a:off x="4688586" y="3769784"/>
          <a:ext cx="6737440" cy="2631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4</a:t>
            </a:fld>
            <a:endParaRPr lang="fr-FR" dirty="0"/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6149D496-F3A9-AE04-2F7F-896ECC5590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165694"/>
              </p:ext>
            </p:extLst>
          </p:nvPr>
        </p:nvGraphicFramePr>
        <p:xfrm>
          <a:off x="3575893" y="1466258"/>
          <a:ext cx="8313767" cy="5223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B0131B0C-83FC-0A7E-FD15-5740E91E4228}"/>
              </a:ext>
            </a:extLst>
          </p:cNvPr>
          <p:cNvSpPr txBox="1"/>
          <p:nvPr/>
        </p:nvSpPr>
        <p:spPr>
          <a:xfrm>
            <a:off x="5545074" y="323611"/>
            <a:ext cx="4375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Préparation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5</a:t>
            </a:fld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5570041-C91B-6C87-5B95-FF48989CD1F5}"/>
              </a:ext>
            </a:extLst>
          </p:cNvPr>
          <p:cNvSpPr txBox="1"/>
          <p:nvPr/>
        </p:nvSpPr>
        <p:spPr>
          <a:xfrm>
            <a:off x="3974211" y="272533"/>
            <a:ext cx="1853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</a:p>
        </p:txBody>
      </p:sp>
      <p:graphicFrame>
        <p:nvGraphicFramePr>
          <p:cNvPr id="12" name="Diagramme 11">
            <a:extLst>
              <a:ext uri="{FF2B5EF4-FFF2-40B4-BE49-F238E27FC236}">
                <a16:creationId xmlns:a16="http://schemas.microsoft.com/office/drawing/2014/main" id="{26ED12B1-A155-778A-03FD-0B95927727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436961"/>
              </p:ext>
            </p:extLst>
          </p:nvPr>
        </p:nvGraphicFramePr>
        <p:xfrm>
          <a:off x="-866985" y="1122382"/>
          <a:ext cx="10085490" cy="4912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1F95F635-C7ED-E065-7310-EA29194273EA}"/>
              </a:ext>
            </a:extLst>
          </p:cNvPr>
          <p:cNvSpPr txBox="1"/>
          <p:nvPr/>
        </p:nvSpPr>
        <p:spPr>
          <a:xfrm>
            <a:off x="347472" y="6148108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Afin de rendre les variables comparables entre elles pour notre clustering, nous allons les centrer/réduire.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6</a:t>
            </a:fld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72E920A-6C6E-3EB4-A48A-A69740EA38DC}"/>
              </a:ext>
            </a:extLst>
          </p:cNvPr>
          <p:cNvSpPr txBox="1"/>
          <p:nvPr/>
        </p:nvSpPr>
        <p:spPr>
          <a:xfrm>
            <a:off x="4423790" y="309110"/>
            <a:ext cx="3915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CAH DENDROGRAMME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795B5D23-F6A0-EF0E-F925-9BE8950BD183}"/>
              </a:ext>
            </a:extLst>
          </p:cNvPr>
          <p:cNvSpPr txBox="1">
            <a:spLocks/>
          </p:cNvSpPr>
          <p:nvPr/>
        </p:nvSpPr>
        <p:spPr>
          <a:xfrm>
            <a:off x="1079029" y="2682933"/>
            <a:ext cx="10033943" cy="1492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A29AA88-82AF-DFF8-5F35-85D7F0BECAE3}"/>
              </a:ext>
            </a:extLst>
          </p:cNvPr>
          <p:cNvSpPr txBox="1"/>
          <p:nvPr/>
        </p:nvSpPr>
        <p:spPr>
          <a:xfrm>
            <a:off x="1371600" y="1324691"/>
            <a:ext cx="10927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Je garde 5 clusters et non 3 pour ne pas tomber sur une classification de 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« pays riche , en voie de développement et pauvre »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Nous allons donc étudier nos 5 clusters</a:t>
            </a:r>
          </a:p>
        </p:txBody>
      </p:sp>
      <p:graphicFrame>
        <p:nvGraphicFramePr>
          <p:cNvPr id="17" name="Diagramme 16">
            <a:extLst>
              <a:ext uri="{FF2B5EF4-FFF2-40B4-BE49-F238E27FC236}">
                <a16:creationId xmlns:a16="http://schemas.microsoft.com/office/drawing/2014/main" id="{8982AA97-2A9E-8635-94DC-5F3601C0A3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4875051"/>
              </p:ext>
            </p:extLst>
          </p:nvPr>
        </p:nvGraphicFramePr>
        <p:xfrm>
          <a:off x="2032000" y="2525020"/>
          <a:ext cx="9004808" cy="4332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7</a:t>
            </a:fld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90EB5CC-684C-CD25-5B1A-20852E362C67}"/>
              </a:ext>
            </a:extLst>
          </p:cNvPr>
          <p:cNvSpPr txBox="1"/>
          <p:nvPr/>
        </p:nvSpPr>
        <p:spPr>
          <a:xfrm>
            <a:off x="4656168" y="457199"/>
            <a:ext cx="33169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Etude cluster CAH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1F511C1-167C-3DED-FE5C-2488777A7168}"/>
              </a:ext>
            </a:extLst>
          </p:cNvPr>
          <p:cNvSpPr txBox="1"/>
          <p:nvPr/>
        </p:nvSpPr>
        <p:spPr>
          <a:xfrm>
            <a:off x="1715480" y="782316"/>
            <a:ext cx="8722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Boxplots: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Analysons nos clusters dans nos variables, 2 groupes se démarquent </a:t>
            </a:r>
            <a:r>
              <a:rPr lang="fr-FR" dirty="0"/>
              <a:t>: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C4B50FA-73EF-A552-8638-B2326108F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331" y="1753764"/>
            <a:ext cx="4369520" cy="404110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4AC50E0-FB26-DCC7-78EC-8766C80A8A48}"/>
              </a:ext>
            </a:extLst>
          </p:cNvPr>
          <p:cNvSpPr txBox="1"/>
          <p:nvPr/>
        </p:nvSpPr>
        <p:spPr>
          <a:xfrm>
            <a:off x="5317435" y="1973611"/>
            <a:ext cx="68745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Deux groupes se distinguent nettement :</a:t>
            </a:r>
          </a:p>
          <a:p>
            <a:pPr>
              <a:buNone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Les clusters 3 et 4</a:t>
            </a:r>
            <a:r>
              <a:rPr lang="fr-FR" dirty="0"/>
              <a:t> présentent les valeurs les plus élevées pour la disponibilité alimentaire et protéique → pays à haut RNB et forte dépendance alimentaire.</a:t>
            </a:r>
          </a:p>
          <a:p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Les clusters 1 et 2</a:t>
            </a:r>
            <a:r>
              <a:rPr lang="fr-FR" dirty="0"/>
              <a:t> ont les niveaux les plus faibles → pays à ressources limitées ou autosuffisants.</a:t>
            </a:r>
          </a:p>
          <a:p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</a:t>
            </a:r>
            <a:r>
              <a:rPr lang="fr-FR" b="1" dirty="0"/>
              <a:t>ratio de protéines animales</a:t>
            </a:r>
            <a:r>
              <a:rPr lang="fr-FR" dirty="0"/>
              <a:t> confirme cette distinction : les pays développés consomment plus de protéines d’origine animale.</a:t>
            </a:r>
          </a:p>
          <a:p>
            <a:endParaRPr lang="fr-FR" dirty="0"/>
          </a:p>
          <a:p>
            <a:pPr>
              <a:buNone/>
            </a:pPr>
            <a:r>
              <a:rPr lang="fr-FR" dirty="0"/>
              <a:t>➡️ Cette analyse met en évidence une opposition claire entre </a:t>
            </a:r>
            <a:r>
              <a:rPr lang="fr-FR" b="1" dirty="0"/>
              <a:t>pays à haut revenu et pays à faible accès alimentaire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C7EC4-4555-B3C9-FB7A-76323A08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007" y="428815"/>
            <a:ext cx="10515540" cy="999746"/>
          </a:xfrm>
        </p:spPr>
        <p:txBody>
          <a:bodyPr/>
          <a:lstStyle/>
          <a:p>
            <a:r>
              <a:rPr lang="fr-FR" sz="2000" dirty="0"/>
              <a:t>Analyse des variables économiques par cluster (CAH)</a:t>
            </a:r>
            <a:br>
              <a:rPr lang="fr-FR" sz="2000" dirty="0"/>
            </a:br>
            <a:endParaRPr lang="fr-FR" sz="2000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B72971C-303F-FCCD-92D4-A6066683CF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97101" y="2185606"/>
            <a:ext cx="4898899" cy="3960812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99F568-2DA4-2E79-0C91-64BCC750946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593183" y="2213008"/>
            <a:ext cx="6303956" cy="3961158"/>
          </a:xfrm>
        </p:spPr>
        <p:txBody>
          <a:bodyPr>
            <a:normAutofit fontScale="77500" lnSpcReduction="20000"/>
          </a:bodyPr>
          <a:lstStyle/>
          <a:p>
            <a:r>
              <a:rPr lang="fr-FR" b="1" dirty="0"/>
              <a:t>Le RNB/habitant (rnb_hab)</a:t>
            </a:r>
            <a:r>
              <a:rPr lang="fr-FR" dirty="0"/>
              <a:t> distingue fortement les pays :</a:t>
            </a:r>
          </a:p>
          <a:p>
            <a:br>
              <a:rPr lang="fr-FR" dirty="0"/>
            </a:br>
            <a:r>
              <a:rPr lang="fr-FR" dirty="0"/>
              <a:t>les </a:t>
            </a:r>
            <a:r>
              <a:rPr lang="fr-FR" b="1" dirty="0"/>
              <a:t>clusters 3 et 4</a:t>
            </a:r>
            <a:r>
              <a:rPr lang="fr-FR" dirty="0"/>
              <a:t> affichent les niveaux les plus élevés → pays à haut revenu.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Le TDI (%)</a:t>
            </a:r>
            <a:r>
              <a:rPr lang="fr-FR" dirty="0"/>
              <a:t> est également plus fort dans ces clusters → dépendance accrue aux importations alimentaires.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Le TAS (%)</a:t>
            </a:r>
            <a:r>
              <a:rPr lang="fr-FR" dirty="0"/>
              <a:t>, indicateur d’autonomie, est plus élevé pour les clusters 1 et 2 → pays plus autosuffisants.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Les importations de volaille (kg/</a:t>
            </a:r>
            <a:r>
              <a:rPr lang="fr-FR" b="1" dirty="0" err="1"/>
              <a:t>hab</a:t>
            </a:r>
            <a:r>
              <a:rPr lang="fr-FR" b="1" dirty="0"/>
              <a:t>)</a:t>
            </a:r>
            <a:r>
              <a:rPr lang="fr-FR" dirty="0"/>
              <a:t> confirment ces tendances : plus fortes dans les pays riches.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➡️ On observe deux profils opposés :</a:t>
            </a:r>
            <a:br>
              <a:rPr lang="fr-FR" dirty="0"/>
            </a:br>
            <a:r>
              <a:rPr lang="fr-FR" b="1" dirty="0"/>
              <a:t>pays développés, dépendants des importations</a:t>
            </a:r>
            <a:r>
              <a:rPr lang="fr-FR" dirty="0"/>
              <a:t> vs </a:t>
            </a:r>
            <a:r>
              <a:rPr lang="fr-FR" b="1" dirty="0"/>
              <a:t>pays à faible revenu, plus autonomes.</a:t>
            </a:r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F33648-E1C9-1C44-3A29-29848B604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3282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E7A8B7-5BD0-26F2-5808-BF1612DC5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9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817951A-82E5-B6ED-C907-1B76361E613B}"/>
              </a:ext>
            </a:extLst>
          </p:cNvPr>
          <p:cNvSpPr txBox="1"/>
          <p:nvPr/>
        </p:nvSpPr>
        <p:spPr>
          <a:xfrm>
            <a:off x="3952494" y="565142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CAH NOS CLUSTER FINAUX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CEEBA82-63B9-CB6B-C6B5-C05996C447CD}"/>
              </a:ext>
            </a:extLst>
          </p:cNvPr>
          <p:cNvSpPr txBox="1"/>
          <p:nvPr/>
        </p:nvSpPr>
        <p:spPr>
          <a:xfrm>
            <a:off x="1529334" y="1147679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 Clusters 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cluster à privilégier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cluster moins intéressant, mais d’autres possibilités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1AB503F-BF35-08F2-0DE8-58BA0657C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334" y="3866145"/>
            <a:ext cx="5059837" cy="2838174"/>
          </a:xfrm>
          <a:prstGeom prst="rect">
            <a:avLst/>
          </a:prstGeom>
        </p:spPr>
      </p:pic>
      <p:pic>
        <p:nvPicPr>
          <p:cNvPr id="11" name="Espace réservé du contenu 4">
            <a:extLst>
              <a:ext uri="{FF2B5EF4-FFF2-40B4-BE49-F238E27FC236}">
                <a16:creationId xmlns:a16="http://schemas.microsoft.com/office/drawing/2014/main" id="{6F0EA053-E529-DF5A-FEAB-95B24FF08295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762" y="3884171"/>
            <a:ext cx="5059837" cy="282014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10585A1-CA2C-E10E-C16C-A3D6D795DB09}"/>
              </a:ext>
            </a:extLst>
          </p:cNvPr>
          <p:cNvSpPr txBox="1"/>
          <p:nvPr/>
        </p:nvSpPr>
        <p:spPr>
          <a:xfrm>
            <a:off x="3047238" y="3244334"/>
            <a:ext cx="1323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/>
              <a:t>Groupe 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A091DC9-1E47-92BF-F5F0-1C178D18F280}"/>
              </a:ext>
            </a:extLst>
          </p:cNvPr>
          <p:cNvSpPr txBox="1"/>
          <p:nvPr/>
        </p:nvSpPr>
        <p:spPr>
          <a:xfrm>
            <a:off x="8230579" y="3286322"/>
            <a:ext cx="1323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/>
              <a:t>Groupe 2</a:t>
            </a:r>
          </a:p>
        </p:txBody>
      </p:sp>
    </p:spTree>
    <p:extLst>
      <p:ext uri="{BB962C8B-B14F-4D97-AF65-F5344CB8AC3E}">
        <p14:creationId xmlns:p14="http://schemas.microsoft.com/office/powerpoint/2010/main" val="113873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6B35A5-2706-E590-BDF7-8987242CD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10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75E7FC-2407-7356-B7CE-492D7D6309E9}"/>
              </a:ext>
            </a:extLst>
          </p:cNvPr>
          <p:cNvSpPr txBox="1"/>
          <p:nvPr/>
        </p:nvSpPr>
        <p:spPr>
          <a:xfrm>
            <a:off x="5317834" y="502706"/>
            <a:ext cx="20156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means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49AE5BD-0F19-AB33-2E63-21FCB7F238A1}"/>
              </a:ext>
            </a:extLst>
          </p:cNvPr>
          <p:cNvSpPr txBox="1"/>
          <p:nvPr/>
        </p:nvSpPr>
        <p:spPr>
          <a:xfrm>
            <a:off x="822960" y="1250942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Déterminons nos groupes : </a:t>
            </a:r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63830E9A-14EB-C6DC-598C-5DA9649B0D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1150738"/>
              </p:ext>
            </p:extLst>
          </p:nvPr>
        </p:nvGraphicFramePr>
        <p:xfrm>
          <a:off x="822960" y="2309059"/>
          <a:ext cx="5251913" cy="3538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AB6B5921-10EA-D0B0-2C8A-5C007F8E5F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182327"/>
              </p:ext>
            </p:extLst>
          </p:nvPr>
        </p:nvGraphicFramePr>
        <p:xfrm>
          <a:off x="6325661" y="2373067"/>
          <a:ext cx="5143995" cy="3538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1B2FCF31-79E8-92E9-5A03-679D44F19377}"/>
              </a:ext>
            </a:extLst>
          </p:cNvPr>
          <p:cNvSpPr txBox="1"/>
          <p:nvPr/>
        </p:nvSpPr>
        <p:spPr>
          <a:xfrm>
            <a:off x="173736" y="6230850"/>
            <a:ext cx="11876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Je décide de partir sur 5 groupes pour correspondre à ma CAH et éviter le « riche, pauvre, en dev » des 3 groupes </a:t>
            </a:r>
          </a:p>
        </p:txBody>
      </p:sp>
    </p:spTree>
    <p:extLst>
      <p:ext uri="{BB962C8B-B14F-4D97-AF65-F5344CB8AC3E}">
        <p14:creationId xmlns:p14="http://schemas.microsoft.com/office/powerpoint/2010/main" val="813738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D54248-92B9-50DE-0DB8-30B5F22F8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11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CC07B2-BEB5-73C3-F481-B391F5E1057C}"/>
              </a:ext>
            </a:extLst>
          </p:cNvPr>
          <p:cNvSpPr txBox="1"/>
          <p:nvPr/>
        </p:nvSpPr>
        <p:spPr>
          <a:xfrm>
            <a:off x="4263961" y="0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Etude cluster K-MEANS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5A8D358-BE07-194E-716A-863456C62E9F}"/>
              </a:ext>
            </a:extLst>
          </p:cNvPr>
          <p:cNvSpPr txBox="1"/>
          <p:nvPr/>
        </p:nvSpPr>
        <p:spPr>
          <a:xfrm>
            <a:off x="3037696" y="580309"/>
            <a:ext cx="9571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Analyse des clusters K-</a:t>
            </a:r>
            <a:r>
              <a:rPr lang="fr-FR" sz="2000" b="1" dirty="0" err="1"/>
              <a:t>means</a:t>
            </a:r>
            <a:r>
              <a:rPr lang="fr-FR" sz="2000" b="1" dirty="0"/>
              <a:t> – Variables alimentaires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C835B2-CBC4-EFCE-00A2-089EDB32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1186"/>
            <a:ext cx="4539145" cy="430253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72E4B63-7B78-AFC0-8940-51DE93A16D0B}"/>
              </a:ext>
            </a:extLst>
          </p:cNvPr>
          <p:cNvSpPr txBox="1"/>
          <p:nvPr/>
        </p:nvSpPr>
        <p:spPr>
          <a:xfrm>
            <a:off x="4401939" y="2819116"/>
            <a:ext cx="78693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On observe </a:t>
            </a:r>
            <a:r>
              <a:rPr lang="fr-FR" b="1" dirty="0"/>
              <a:t>une tendance similaire à la CAH</a:t>
            </a:r>
            <a:r>
              <a:rPr lang="fr-FR" dirty="0"/>
              <a:t>, avec deux profils bien distincts :</a:t>
            </a:r>
          </a:p>
          <a:p>
            <a:br>
              <a:rPr lang="fr-FR" dirty="0"/>
            </a:br>
            <a:r>
              <a:rPr lang="fr-FR" b="1" dirty="0"/>
              <a:t>Les clusters 3 et 4</a:t>
            </a:r>
            <a:r>
              <a:rPr lang="fr-FR" dirty="0"/>
              <a:t> présentent les valeurs les plus élevées pour la disponibilité alimentaire et protéique → pays à haut revenu et forte dépendance alimentaire.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Les clusters 0, 1 et 2</a:t>
            </a:r>
            <a:r>
              <a:rPr lang="fr-FR" dirty="0"/>
              <a:t> montrent des valeurs plus faibles → pays en développement ou à faible accès alimentaire.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</a:t>
            </a:r>
            <a:r>
              <a:rPr lang="fr-FR" b="1" dirty="0"/>
              <a:t>ratio de protéines animales et de volaille</a:t>
            </a:r>
            <a:r>
              <a:rPr lang="fr-FR" dirty="0"/>
              <a:t> est aussi plus élevé dans les pays développés, confirmant un régime plus riche en produits d’origine animale.</a:t>
            </a:r>
          </a:p>
          <a:p>
            <a:endParaRPr lang="fr-FR" dirty="0"/>
          </a:p>
          <a:p>
            <a:pPr>
              <a:buNone/>
            </a:pPr>
            <a:r>
              <a:rPr lang="fr-FR" dirty="0"/>
              <a:t>➡️ Ces résultats confirment la cohérence entre la classification CAH et </a:t>
            </a:r>
          </a:p>
          <a:p>
            <a:pPr>
              <a:buNone/>
            </a:pPr>
            <a:r>
              <a:rPr lang="fr-FR" dirty="0"/>
              <a:t>K-</a:t>
            </a:r>
            <a:r>
              <a:rPr lang="fr-FR" dirty="0" err="1"/>
              <a:t>means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396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69DBD-C573-D12C-070C-980CA72B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033" y="465505"/>
            <a:ext cx="9879437" cy="471490"/>
          </a:xfrm>
        </p:spPr>
        <p:txBody>
          <a:bodyPr/>
          <a:lstStyle/>
          <a:p>
            <a:r>
              <a:rPr lang="fr-FR" sz="2400" dirty="0"/>
              <a:t>Analyse économique des clusters K-</a:t>
            </a:r>
            <a:r>
              <a:rPr lang="fr-FR" sz="2400" dirty="0" err="1"/>
              <a:t>means</a:t>
            </a:r>
            <a:endParaRPr lang="fr-FR" sz="24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39901F1-A4F8-0661-A46A-1B95539E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95731" y="2435399"/>
            <a:ext cx="6596269" cy="3721817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Le RNB/habitant (rnb_hab)</a:t>
            </a:r>
            <a:r>
              <a:rPr lang="fr-FR" dirty="0"/>
              <a:t> est très discriminant : le </a:t>
            </a:r>
            <a:r>
              <a:rPr lang="fr-FR" b="1" dirty="0"/>
              <a:t>cluster 4</a:t>
            </a:r>
            <a:r>
              <a:rPr lang="fr-FR" dirty="0"/>
              <a:t> regroupe les pays à haut revenu, tandis que les </a:t>
            </a:r>
            <a:r>
              <a:rPr lang="fr-FR" b="1" dirty="0"/>
              <a:t>clusters 0 et 1</a:t>
            </a:r>
            <a:r>
              <a:rPr lang="fr-FR" dirty="0"/>
              <a:t> concernent les pays à revenu faible.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Le TDI (%)</a:t>
            </a:r>
            <a:r>
              <a:rPr lang="fr-FR" dirty="0"/>
              <a:t>, indicateur de dépendance alimentaire, est aussi plus élevé pour les pays riches → forte importation de produits alimentaires.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Le TAS (%)</a:t>
            </a:r>
            <a:r>
              <a:rPr lang="fr-FR" dirty="0"/>
              <a:t> est plus élevé dans les clusters à faible RNB → pays plus autonomes sur le plan alimentaire.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Les importations de volaille (kg/</a:t>
            </a:r>
            <a:r>
              <a:rPr lang="fr-FR" b="1" dirty="0" err="1"/>
              <a:t>hab</a:t>
            </a:r>
            <a:r>
              <a:rPr lang="fr-FR" b="1" dirty="0"/>
              <a:t>)</a:t>
            </a:r>
            <a:r>
              <a:rPr lang="fr-FR" dirty="0"/>
              <a:t> confirment la tendance : elles sont nettement supérieures dans les pays développés.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➡️ On retrouve ici deux profils clairs :</a:t>
            </a:r>
            <a:br>
              <a:rPr lang="fr-FR" dirty="0"/>
            </a:br>
            <a:r>
              <a:rPr lang="fr-FR" b="1" dirty="0"/>
              <a:t>pays développés, dépendants des importations</a:t>
            </a:r>
            <a:r>
              <a:rPr lang="fr-FR" dirty="0"/>
              <a:t> vs </a:t>
            </a:r>
            <a:r>
              <a:rPr lang="fr-FR" b="1" dirty="0"/>
              <a:t>pays à faible revenu, plus autosuffisants.</a:t>
            </a:r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A12A19-92AB-81CB-7BBE-BD0FD90FC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12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A6CC6F8-9F53-631B-6533-094C28FA1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4" r="3801"/>
          <a:stretch>
            <a:fillRect/>
          </a:stretch>
        </p:blipFill>
        <p:spPr>
          <a:xfrm>
            <a:off x="606287" y="2070056"/>
            <a:ext cx="4989444" cy="478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9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657AE3-45DB-4C97-8651-10D12B551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13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19A648-2456-4B9B-95CD-755FDFB7D94D}"/>
              </a:ext>
            </a:extLst>
          </p:cNvPr>
          <p:cNvSpPr txBox="1"/>
          <p:nvPr/>
        </p:nvSpPr>
        <p:spPr>
          <a:xfrm>
            <a:off x="3941064" y="467023"/>
            <a:ext cx="6108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means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nos cluster finaux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0F6E699-0235-D83B-D403-D46101336706}"/>
              </a:ext>
            </a:extLst>
          </p:cNvPr>
          <p:cNvSpPr txBox="1"/>
          <p:nvPr/>
        </p:nvSpPr>
        <p:spPr>
          <a:xfrm>
            <a:off x="732378" y="1020128"/>
            <a:ext cx="8000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 Clusters 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cluster à privilégier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cluster moins intéressant, mais d’autres possibilités</a:t>
            </a:r>
          </a:p>
        </p:txBody>
      </p:sp>
      <p:pic>
        <p:nvPicPr>
          <p:cNvPr id="9" name="Espace réservé du contenu 4">
            <a:extLst>
              <a:ext uri="{FF2B5EF4-FFF2-40B4-BE49-F238E27FC236}">
                <a16:creationId xmlns:a16="http://schemas.microsoft.com/office/drawing/2014/main" id="{D53EC182-31F0-B1A9-C66E-9878985876C9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78" y="3552151"/>
            <a:ext cx="5870340" cy="299067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322EB7-F5CA-13BB-809D-25C8E4463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545807"/>
            <a:ext cx="4724957" cy="397386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2DE04CC-7105-7843-A336-E7A206EF91E2}"/>
              </a:ext>
            </a:extLst>
          </p:cNvPr>
          <p:cNvSpPr txBox="1"/>
          <p:nvPr/>
        </p:nvSpPr>
        <p:spPr>
          <a:xfrm>
            <a:off x="2761488" y="3059668"/>
            <a:ext cx="117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/>
              <a:t>Groupe 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8C54BAB-3C44-9D7E-3B35-CAF2AE6F4615}"/>
              </a:ext>
            </a:extLst>
          </p:cNvPr>
          <p:cNvSpPr txBox="1"/>
          <p:nvPr/>
        </p:nvSpPr>
        <p:spPr>
          <a:xfrm>
            <a:off x="8915400" y="2035791"/>
            <a:ext cx="1964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/>
              <a:t>Groupe 2</a:t>
            </a:r>
          </a:p>
        </p:txBody>
      </p:sp>
    </p:spTree>
    <p:extLst>
      <p:ext uri="{BB962C8B-B14F-4D97-AF65-F5344CB8AC3E}">
        <p14:creationId xmlns:p14="http://schemas.microsoft.com/office/powerpoint/2010/main" val="3958133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14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DFE354F-120E-3030-5818-EB91B3F3B003}"/>
              </a:ext>
            </a:extLst>
          </p:cNvPr>
          <p:cNvSpPr txBox="1"/>
          <p:nvPr/>
        </p:nvSpPr>
        <p:spPr>
          <a:xfrm>
            <a:off x="4303776" y="457199"/>
            <a:ext cx="3584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Kmeans VS CAH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B46996D-6DD4-36A4-AF3E-920ACF62C5B6}"/>
              </a:ext>
            </a:extLst>
          </p:cNvPr>
          <p:cNvSpPr txBox="1"/>
          <p:nvPr/>
        </p:nvSpPr>
        <p:spPr>
          <a:xfrm>
            <a:off x="1051560" y="1000036"/>
            <a:ext cx="8723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Comparons nos deux algorithmes de clustering :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Deux groupes se ressemblent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CAH3-kmeans2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CAH2-kmeans4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7BB6069-AF9A-DFE9-B20F-5E8974017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74" y="3265060"/>
            <a:ext cx="4186374" cy="319641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474C7F4-0A6D-4E6B-1989-F5C2BAC77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564" y="1128237"/>
            <a:ext cx="3113667" cy="533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6536AE-A47A-BF86-E878-6F3E9DC5E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15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43186D-6622-28F8-1000-76F38F78A1DD}"/>
              </a:ext>
            </a:extLst>
          </p:cNvPr>
          <p:cNvSpPr txBox="1"/>
          <p:nvPr/>
        </p:nvSpPr>
        <p:spPr>
          <a:xfrm>
            <a:off x="2713863" y="211204"/>
            <a:ext cx="6764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Analyse en composante principale (ACP)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5BAF453-8160-8564-A499-A4316173481D}"/>
              </a:ext>
            </a:extLst>
          </p:cNvPr>
          <p:cNvSpPr txBox="1"/>
          <p:nvPr/>
        </p:nvSpPr>
        <p:spPr>
          <a:xfrm>
            <a:off x="192024" y="2720215"/>
            <a:ext cx="117957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Cette méthode vise à réduire le nombre de variables observables sur nos individus, tout en conservant un maximum d’informations. 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Cette méthode est très utile pour visualiser un grand nombre de variables sur un plan en 2 dimensions.</a:t>
            </a:r>
          </a:p>
          <a:p>
            <a:pPr marL="0" indent="0">
              <a:buNone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Le principe est simple : 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Il s’agit en fait de résumer l’information qui est contenue dans une large base de données en un certain nombre de variables synthétiques appelées : Composantes principales.</a:t>
            </a:r>
          </a:p>
        </p:txBody>
      </p:sp>
    </p:spTree>
    <p:extLst>
      <p:ext uri="{BB962C8B-B14F-4D97-AF65-F5344CB8AC3E}">
        <p14:creationId xmlns:p14="http://schemas.microsoft.com/office/powerpoint/2010/main" val="2101464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C40E43-FD02-3B9F-E073-01F5A5FB34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16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93A3A4-C781-88DF-5C03-6A044CA9907F}"/>
              </a:ext>
            </a:extLst>
          </p:cNvPr>
          <p:cNvSpPr txBox="1"/>
          <p:nvPr/>
        </p:nvSpPr>
        <p:spPr>
          <a:xfrm>
            <a:off x="4043934" y="8965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Eboulis des valeurs propres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998E6B-6EBB-6974-C052-BD069AEAB779}"/>
              </a:ext>
            </a:extLst>
          </p:cNvPr>
          <p:cNvSpPr txBox="1"/>
          <p:nvPr/>
        </p:nvSpPr>
        <p:spPr>
          <a:xfrm>
            <a:off x="1639062" y="928688"/>
            <a:ext cx="9672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Ce diagramme décrit le pourcentage d’inertie totale associé à chaque axe 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courbe rouge représente la somme cumulée des inerties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L’inertie(variance) est le pourcenta²ge d’information que contient l’axe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7350673-0345-2517-198A-EB64242C7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06" y="2335689"/>
            <a:ext cx="4967702" cy="402873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18845B4-C312-C8D9-D905-BA2DF8B0C0BC}"/>
              </a:ext>
            </a:extLst>
          </p:cNvPr>
          <p:cNvSpPr txBox="1"/>
          <p:nvPr/>
        </p:nvSpPr>
        <p:spPr>
          <a:xfrm>
            <a:off x="6750558" y="3147716"/>
            <a:ext cx="5036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Nous garderons 3 axes :</a:t>
            </a:r>
          </a:p>
          <a:p>
            <a:pPr marL="0" indent="0">
              <a:buNone/>
            </a:pP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Axe 1 : 40% de l'inertie totale</a:t>
            </a:r>
          </a:p>
          <a:p>
            <a:pPr>
              <a:buClr>
                <a:schemeClr val="accent1"/>
              </a:buClr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Axe 2 : 27% de l'inertie totale</a:t>
            </a:r>
          </a:p>
          <a:p>
            <a:pPr>
              <a:buClr>
                <a:schemeClr val="accent1"/>
              </a:buClr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Axe 3 : 12% de l'inertie totale</a:t>
            </a:r>
          </a:p>
          <a:p>
            <a:pPr>
              <a:buClr>
                <a:schemeClr val="accent1"/>
              </a:buClr>
            </a:pP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Pour un total de 79% de l'information</a:t>
            </a:r>
          </a:p>
        </p:txBody>
      </p:sp>
    </p:spTree>
    <p:extLst>
      <p:ext uri="{BB962C8B-B14F-4D97-AF65-F5344CB8AC3E}">
        <p14:creationId xmlns:p14="http://schemas.microsoft.com/office/powerpoint/2010/main" val="982908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01DA0A-50CC-5D2D-973C-D64D38CD93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17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8D3F6EA-A954-A39A-31CE-24BF7D615BC8}"/>
              </a:ext>
            </a:extLst>
          </p:cNvPr>
          <p:cNvSpPr txBox="1"/>
          <p:nvPr/>
        </p:nvSpPr>
        <p:spPr>
          <a:xfrm>
            <a:off x="4343999" y="46211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Cercle de corrélation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01FF86-FA11-804E-CBDE-A3A3A393A90E}"/>
              </a:ext>
            </a:extLst>
          </p:cNvPr>
          <p:cNvSpPr txBox="1"/>
          <p:nvPr/>
        </p:nvSpPr>
        <p:spPr>
          <a:xfrm>
            <a:off x="978408" y="1492008"/>
            <a:ext cx="11402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cercle de corrélation montre les corrélations entre les composantes (axe) et les variables initiales.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Notre représentation se fait sur 2 axes, il nous permet de visualiser l’importance de chaque variable pour chaque axe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Rnb_hab est corrélé négativement pour l’axe F2 mais positivement pour l’axe F1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EA4DF03-B82A-D586-2393-2CBF3274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396" y="3429000"/>
            <a:ext cx="5569591" cy="330927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B67BFD8-C2BE-B9B5-4EDD-4CCFAF0B1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63" y="3428999"/>
            <a:ext cx="4753795" cy="330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86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2F5A9-1D9F-D396-EA0C-D8745044F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18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5B30ED0-4502-49A9-BFCF-38161BA06554}"/>
              </a:ext>
            </a:extLst>
          </p:cNvPr>
          <p:cNvSpPr txBox="1"/>
          <p:nvPr/>
        </p:nvSpPr>
        <p:spPr>
          <a:xfrm>
            <a:off x="4153662" y="456093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Représentation de l’ACP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26BABF-B6FC-A1E4-7F3A-E4DE351EBC41}"/>
              </a:ext>
            </a:extLst>
          </p:cNvPr>
          <p:cNvSpPr txBox="1"/>
          <p:nvPr/>
        </p:nvSpPr>
        <p:spPr>
          <a:xfrm>
            <a:off x="1069848" y="1498938"/>
            <a:ext cx="10561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Voici une représentation de nos pays sur les deux premières composantes.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 mettant en couleur les différents clusters, nous apercevons une certaine tendance.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pays qui nous intéressent se retrouvent au dessus de l’axe F2(TDI élevé, faible TAS), et de part et d’autre de l’axe F(dispo, ratio protéine, rnb)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53D5A7E-8416-1DC1-1D0B-AD177C12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57" y="2764181"/>
            <a:ext cx="6317797" cy="409381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D0CB339-DE56-BEAD-566A-1290153E7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554" y="2592593"/>
            <a:ext cx="4141694" cy="414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49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7CBEA-C233-0624-3CD1-2D039AF64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19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FB3AC56-0F79-632C-4CBC-10F804E86772}"/>
              </a:ext>
            </a:extLst>
          </p:cNvPr>
          <p:cNvSpPr txBox="1"/>
          <p:nvPr/>
        </p:nvSpPr>
        <p:spPr>
          <a:xfrm>
            <a:off x="5342382" y="109728"/>
            <a:ext cx="1881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PESTEL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767416C-DAF5-0612-B73E-C28462DAC521}"/>
              </a:ext>
            </a:extLst>
          </p:cNvPr>
          <p:cNvSpPr txBox="1"/>
          <p:nvPr/>
        </p:nvSpPr>
        <p:spPr>
          <a:xfrm>
            <a:off x="161163" y="2381887"/>
            <a:ext cx="122438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La méthode d'analyse PESTEL </a:t>
            </a: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(Politique, Économique, Socioculturel, Technologique, Écologique, Légal) </a:t>
            </a: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est un outil de diagnostic stratégique qui permet de comprendre l'influence extérieure qui peut impacter votre activité.</a:t>
            </a:r>
          </a:p>
          <a:p>
            <a:pPr marL="0" indent="0">
              <a:buNone/>
            </a:pP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Pour notre part nous n’utiliserons que le P(politique) et S(socioculturel) du Pestel pour affiner notre choix de pays.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7EFB51-DF4A-0233-B472-8C6DBC18FBA1}"/>
              </a:ext>
            </a:extLst>
          </p:cNvPr>
          <p:cNvSpPr txBox="1"/>
          <p:nvPr/>
        </p:nvSpPr>
        <p:spPr>
          <a:xfrm>
            <a:off x="161162" y="4319308"/>
            <a:ext cx="69620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Nous allons ajouter pour nos 2 groupes :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stabilité politique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nombre d’habitant dans le pays</a:t>
            </a:r>
          </a:p>
        </p:txBody>
      </p:sp>
    </p:spTree>
    <p:extLst>
      <p:ext uri="{BB962C8B-B14F-4D97-AF65-F5344CB8AC3E}">
        <p14:creationId xmlns:p14="http://schemas.microsoft.com/office/powerpoint/2010/main" val="4153838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C97EF0-0399-A833-1444-FD5751378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20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DD2714-2307-9474-8613-B60977FD88F4}"/>
              </a:ext>
            </a:extLst>
          </p:cNvPr>
          <p:cNvSpPr txBox="1"/>
          <p:nvPr/>
        </p:nvSpPr>
        <p:spPr>
          <a:xfrm>
            <a:off x="5159502" y="27432"/>
            <a:ext cx="2338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Cluster 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C011D69-00C1-7C34-EBC6-1835A3D46A70}"/>
              </a:ext>
            </a:extLst>
          </p:cNvPr>
          <p:cNvSpPr txBox="1"/>
          <p:nvPr/>
        </p:nvSpPr>
        <p:spPr>
          <a:xfrm>
            <a:off x="1172718" y="2162628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Premier groupe :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Beaucoup d’îles (Dominique, Samoa, Grenade etc…) trop chère pour aller faire du commerce.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Chine(Hong-Kong, Macao), difficulté à avoir des accords commerciaux.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Emirats arabes unis peuvent être intéressants selon les accords et les prix des transports, ainsi que le Koweït, malgré sa faible stabilité politique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Luxembourg est NOTRE cible n°1. En effet : pays d’Europe, stabilité politique très bonne, très bon RnB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4D2DFED-4BDE-B55A-99E6-23B299A81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137" y="1740002"/>
            <a:ext cx="3900334" cy="478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40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85D820-E2B7-1042-1827-29BD70C37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21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E25D9E-7D66-BB35-5EF8-BEA7C2DD958C}"/>
              </a:ext>
            </a:extLst>
          </p:cNvPr>
          <p:cNvSpPr txBox="1"/>
          <p:nvPr/>
        </p:nvSpPr>
        <p:spPr>
          <a:xfrm>
            <a:off x="5049012" y="457199"/>
            <a:ext cx="2093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Cluster 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3778FE-B6AB-D062-99B8-A5F6CC87BDC2}"/>
              </a:ext>
            </a:extLst>
          </p:cNvPr>
          <p:cNvSpPr txBox="1"/>
          <p:nvPr/>
        </p:nvSpPr>
        <p:spPr>
          <a:xfrm>
            <a:off x="731520" y="1682925"/>
            <a:ext cx="61081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Deuxième groupe : 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Beaucoup d’îles ici aussi, nous n’allons pas chercher à les comparer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l’Oman qui est situé à côté des Emirats, pourrait être intéressant si nous choisissons de partir vers les pays du Moyen-Orient.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Mongolie est intéressante, mais dispose d’un faible RNB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Certain pays d’Afrique du Nord mais disposant d’une faible stabilité politique et d’un RNB très faible.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D4A671E-4BD1-5C2C-7C04-043BF6CB5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686" y="457199"/>
            <a:ext cx="2295845" cy="64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33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6962E7-2399-DEA3-CB38-75FA7ECCC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22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0548B2-97C1-4198-C0EE-F5BFA9E08103}"/>
              </a:ext>
            </a:extLst>
          </p:cNvPr>
          <p:cNvSpPr txBox="1"/>
          <p:nvPr/>
        </p:nvSpPr>
        <p:spPr>
          <a:xfrm>
            <a:off x="4828032" y="457199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3349FB-3368-1F12-B7A2-C2E037B254E6}"/>
              </a:ext>
            </a:extLst>
          </p:cNvPr>
          <p:cNvSpPr txBox="1"/>
          <p:nvPr/>
        </p:nvSpPr>
        <p:spPr>
          <a:xfrm>
            <a:off x="713232" y="1082082"/>
            <a:ext cx="98115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🥇 1. Le Luxembourg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Pays européen stable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au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RNB/habitant élevé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Forte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dépendance alimentaire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→ opportunité d’importations.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Avantage logistique :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absence de barrières douanières intra-UE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fr-FR" i="1" dirty="0">
                <a:latin typeface="Arial" panose="020B0604020202020204" pitchFamily="34" charset="0"/>
                <a:cs typeface="Arial" panose="020B0604020202020204" pitchFamily="34" charset="0"/>
              </a:rPr>
              <a:t>C’est la cible la plus sûre et la plus rentable à court terme.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63DA31F-0AAE-F7BC-AFDD-D63940F6A0BA}"/>
              </a:ext>
            </a:extLst>
          </p:cNvPr>
          <p:cNvSpPr txBox="1"/>
          <p:nvPr/>
        </p:nvSpPr>
        <p:spPr>
          <a:xfrm>
            <a:off x="713232" y="2978312"/>
            <a:ext cx="121798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🥈 2. Les Émirats arabes unis, Oman et le Koweït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Pouvoir d’achat très élevé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marchés solvables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Forte dépendance extérieure pour les produits alimentaires.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Environnement politique stable, mais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réglementations spécifiques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(accords commerciaux, normes halal, etc.).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fr-FR" i="1" dirty="0">
                <a:latin typeface="Arial" panose="020B0604020202020204" pitchFamily="34" charset="0"/>
                <a:cs typeface="Arial" panose="020B0604020202020204" pitchFamily="34" charset="0"/>
              </a:rPr>
              <a:t>Idéal pour une stratégie d’exportation ciblée et premium.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C0CA0BB-FC48-3547-601C-B861AFEA7994}"/>
              </a:ext>
            </a:extLst>
          </p:cNvPr>
          <p:cNvSpPr txBox="1"/>
          <p:nvPr/>
        </p:nvSpPr>
        <p:spPr>
          <a:xfrm>
            <a:off x="713232" y="4898755"/>
            <a:ext cx="113019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🥉 3. La Mongolie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Ressources locales importantes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mais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RNB plus faible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Marché émergent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en transition économique.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Moins stable politiquement, mais intéressant à moyen terme.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fr-FR" i="1" dirty="0">
                <a:latin typeface="Arial" panose="020B0604020202020204" pitchFamily="34" charset="0"/>
                <a:cs typeface="Arial" panose="020B0604020202020204" pitchFamily="34" charset="0"/>
              </a:rPr>
              <a:t>Potentiel de développement agricole et partenariat de long terme.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636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5_TF78438558_Win32" id="{3A360CBA-99A0-49ED-B63F-2D1627BB2518}" vid="{56FFFEFC-6F1D-4078-81C7-9B5A182BBA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{D2D3FAEA-86B4-4150-8515-53C1807CF2DF}TF8a9b5915-b8c7-461e-8cdd-693d48b5e32310e906f8_win32-220c37ecc522</Template>
  <TotalTime>4506</TotalTime>
  <Words>1579</Words>
  <Application>Microsoft Office PowerPoint</Application>
  <PresentationFormat>Grand écran</PresentationFormat>
  <Paragraphs>229</Paragraphs>
  <Slides>23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Sabon Next LT</vt:lpstr>
      <vt:lpstr>Personnalisé</vt:lpstr>
      <vt:lpstr>Présentation PowerPoint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Analyse des variables économiques par cluster (CAH) </vt:lpstr>
      <vt:lpstr>Présentation PowerPoint</vt:lpstr>
      <vt:lpstr>Présentation PowerPoint</vt:lpstr>
      <vt:lpstr>Présentation PowerPoint</vt:lpstr>
      <vt:lpstr>Analyse économique des clusters K-means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Nas Aylin</dc:creator>
  <cp:lastModifiedBy>Nas Aylin</cp:lastModifiedBy>
  <cp:revision>2</cp:revision>
  <dcterms:created xsi:type="dcterms:W3CDTF">2025-11-06T14:05:26Z</dcterms:created>
  <dcterms:modified xsi:type="dcterms:W3CDTF">2025-11-11T23:35:44Z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